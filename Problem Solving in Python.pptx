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B7E747-E081-44FC-9AA4-958C0D42E16B}">
  <a:tblStyle styleId="{71B7E747-E081-44FC-9AA4-958C0D42E1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190" Type="http://schemas.openxmlformats.org/officeDocument/2006/relationships/slide" Target="slides/slide18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194" Type="http://schemas.openxmlformats.org/officeDocument/2006/relationships/slide" Target="slides/slide188.xml"/><Relationship Id="rId43" Type="http://schemas.openxmlformats.org/officeDocument/2006/relationships/slide" Target="slides/slide37.xml"/><Relationship Id="rId193" Type="http://schemas.openxmlformats.org/officeDocument/2006/relationships/slide" Target="slides/slide187.xml"/><Relationship Id="rId46" Type="http://schemas.openxmlformats.org/officeDocument/2006/relationships/slide" Target="slides/slide40.xml"/><Relationship Id="rId192" Type="http://schemas.openxmlformats.org/officeDocument/2006/relationships/slide" Target="slides/slide186.xml"/><Relationship Id="rId45" Type="http://schemas.openxmlformats.org/officeDocument/2006/relationships/slide" Target="slides/slide39.xml"/><Relationship Id="rId191" Type="http://schemas.openxmlformats.org/officeDocument/2006/relationships/slide" Target="slides/slide185.xml"/><Relationship Id="rId48" Type="http://schemas.openxmlformats.org/officeDocument/2006/relationships/slide" Target="slides/slide42.xml"/><Relationship Id="rId187" Type="http://schemas.openxmlformats.org/officeDocument/2006/relationships/slide" Target="slides/slide181.xml"/><Relationship Id="rId47" Type="http://schemas.openxmlformats.org/officeDocument/2006/relationships/slide" Target="slides/slide41.xml"/><Relationship Id="rId186" Type="http://schemas.openxmlformats.org/officeDocument/2006/relationships/slide" Target="slides/slide180.xml"/><Relationship Id="rId185" Type="http://schemas.openxmlformats.org/officeDocument/2006/relationships/slide" Target="slides/slide179.xml"/><Relationship Id="rId49" Type="http://schemas.openxmlformats.org/officeDocument/2006/relationships/slide" Target="slides/slide43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188" Type="http://schemas.openxmlformats.org/officeDocument/2006/relationships/slide" Target="slides/slide18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183" Type="http://schemas.openxmlformats.org/officeDocument/2006/relationships/slide" Target="slides/slide177.xml"/><Relationship Id="rId32" Type="http://schemas.openxmlformats.org/officeDocument/2006/relationships/slide" Target="slides/slide26.xml"/><Relationship Id="rId182" Type="http://schemas.openxmlformats.org/officeDocument/2006/relationships/slide" Target="slides/slide176.xml"/><Relationship Id="rId35" Type="http://schemas.openxmlformats.org/officeDocument/2006/relationships/slide" Target="slides/slide29.xml"/><Relationship Id="rId181" Type="http://schemas.openxmlformats.org/officeDocument/2006/relationships/slide" Target="slides/slide175.xml"/><Relationship Id="rId34" Type="http://schemas.openxmlformats.org/officeDocument/2006/relationships/slide" Target="slides/slide28.xml"/><Relationship Id="rId180" Type="http://schemas.openxmlformats.org/officeDocument/2006/relationships/slide" Target="slides/slide174.xml"/><Relationship Id="rId37" Type="http://schemas.openxmlformats.org/officeDocument/2006/relationships/slide" Target="slides/slide31.xml"/><Relationship Id="rId176" Type="http://schemas.openxmlformats.org/officeDocument/2006/relationships/slide" Target="slides/slide170.xml"/><Relationship Id="rId36" Type="http://schemas.openxmlformats.org/officeDocument/2006/relationships/slide" Target="slides/slide30.xml"/><Relationship Id="rId175" Type="http://schemas.openxmlformats.org/officeDocument/2006/relationships/slide" Target="slides/slide169.xml"/><Relationship Id="rId39" Type="http://schemas.openxmlformats.org/officeDocument/2006/relationships/slide" Target="slides/slide33.xml"/><Relationship Id="rId174" Type="http://schemas.openxmlformats.org/officeDocument/2006/relationships/slide" Target="slides/slide168.xml"/><Relationship Id="rId38" Type="http://schemas.openxmlformats.org/officeDocument/2006/relationships/slide" Target="slides/slide32.xml"/><Relationship Id="rId173" Type="http://schemas.openxmlformats.org/officeDocument/2006/relationships/slide" Target="slides/slide167.xml"/><Relationship Id="rId179" Type="http://schemas.openxmlformats.org/officeDocument/2006/relationships/slide" Target="slides/slide173.xml"/><Relationship Id="rId178" Type="http://schemas.openxmlformats.org/officeDocument/2006/relationships/slide" Target="slides/slide172.xml"/><Relationship Id="rId177" Type="http://schemas.openxmlformats.org/officeDocument/2006/relationships/slide" Target="slides/slide17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98" Type="http://schemas.openxmlformats.org/officeDocument/2006/relationships/slide" Target="slides/slide192.xml"/><Relationship Id="rId14" Type="http://schemas.openxmlformats.org/officeDocument/2006/relationships/slide" Target="slides/slide8.xml"/><Relationship Id="rId197" Type="http://schemas.openxmlformats.org/officeDocument/2006/relationships/slide" Target="slides/slide191.xml"/><Relationship Id="rId17" Type="http://schemas.openxmlformats.org/officeDocument/2006/relationships/slide" Target="slides/slide11.xml"/><Relationship Id="rId196" Type="http://schemas.openxmlformats.org/officeDocument/2006/relationships/slide" Target="slides/slide190.xml"/><Relationship Id="rId16" Type="http://schemas.openxmlformats.org/officeDocument/2006/relationships/slide" Target="slides/slide10.xml"/><Relationship Id="rId195" Type="http://schemas.openxmlformats.org/officeDocument/2006/relationships/slide" Target="slides/slide189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99" Type="http://schemas.openxmlformats.org/officeDocument/2006/relationships/slide" Target="slides/slide193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slide" Target="slides/slide166.xml"/><Relationship Id="rId65" Type="http://schemas.openxmlformats.org/officeDocument/2006/relationships/slide" Target="slides/slide59.xml"/><Relationship Id="rId171" Type="http://schemas.openxmlformats.org/officeDocument/2006/relationships/slide" Target="slides/slide165.xml"/><Relationship Id="rId68" Type="http://schemas.openxmlformats.org/officeDocument/2006/relationships/slide" Target="slides/slide62.xml"/><Relationship Id="rId170" Type="http://schemas.openxmlformats.org/officeDocument/2006/relationships/slide" Target="slides/slide164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164" Type="http://schemas.openxmlformats.org/officeDocument/2006/relationships/slide" Target="slides/slide158.xml"/><Relationship Id="rId163" Type="http://schemas.openxmlformats.org/officeDocument/2006/relationships/slide" Target="slides/slide157.xml"/><Relationship Id="rId162" Type="http://schemas.openxmlformats.org/officeDocument/2006/relationships/slide" Target="slides/slide156.xml"/><Relationship Id="rId169" Type="http://schemas.openxmlformats.org/officeDocument/2006/relationships/slide" Target="slides/slide163.xml"/><Relationship Id="rId168" Type="http://schemas.openxmlformats.org/officeDocument/2006/relationships/slide" Target="slides/slide162.xml"/><Relationship Id="rId167" Type="http://schemas.openxmlformats.org/officeDocument/2006/relationships/slide" Target="slides/slide161.xml"/><Relationship Id="rId166" Type="http://schemas.openxmlformats.org/officeDocument/2006/relationships/slide" Target="slides/slide160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slide" Target="slides/slide155.xml"/><Relationship Id="rId54" Type="http://schemas.openxmlformats.org/officeDocument/2006/relationships/slide" Target="slides/slide48.xml"/><Relationship Id="rId160" Type="http://schemas.openxmlformats.org/officeDocument/2006/relationships/slide" Target="slides/slide154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121" Type="http://schemas.openxmlformats.org/officeDocument/2006/relationships/slide" Target="slides/slide115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99" Type="http://schemas.openxmlformats.org/officeDocument/2006/relationships/slide" Target="slides/slide93.xml"/><Relationship Id="rId98" Type="http://schemas.openxmlformats.org/officeDocument/2006/relationships/slide" Target="slides/slide92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10" Type="http://schemas.openxmlformats.org/officeDocument/2006/relationships/slide" Target="slides/slide104.xml"/><Relationship Id="rId114" Type="http://schemas.openxmlformats.org/officeDocument/2006/relationships/slide" Target="slides/slide108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204" Type="http://schemas.openxmlformats.org/officeDocument/2006/relationships/slide" Target="slides/slide198.xml"/><Relationship Id="rId203" Type="http://schemas.openxmlformats.org/officeDocument/2006/relationships/slide" Target="slides/slide197.xml"/><Relationship Id="rId202" Type="http://schemas.openxmlformats.org/officeDocument/2006/relationships/slide" Target="slides/slide196.xml"/><Relationship Id="rId201" Type="http://schemas.openxmlformats.org/officeDocument/2006/relationships/slide" Target="slides/slide195.xml"/><Relationship Id="rId200" Type="http://schemas.openxmlformats.org/officeDocument/2006/relationships/slide" Target="slides/slide19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753a91d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753a91d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74a0630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74a0630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753a91de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753a91de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5c1f28c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5c1f28c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d737579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d737579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85c1f28c0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85c1f28c0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7d52921d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7d52921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7d52921d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7d52921d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7d52921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7d52921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d7d52921d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d7d52921d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7d52921d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7d52921d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7d52921d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d7d52921d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7d52921d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7d52921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7d52921d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7d52921d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d7d52921d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d7d52921d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b687a1b7e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b687a1b7e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7d52921d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7d52921d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7d52921d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7d52921d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7d52921d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7d52921d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d7d52921d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d7d52921d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d7d52921d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d7d52921d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7d52921d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7d52921d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d9585279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d9585279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d9585279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d9585279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d9585279b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d9585279b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d9585279b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d9585279b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b687a1b7e5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b687a1b7e5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b687a1b7e5_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b687a1b7e5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b687a1b7e5_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b687a1b7e5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b687a1b7e5_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b687a1b7e5_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b687a1b7e5_7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b687a1b7e5_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b687a1b7e5_7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b687a1b7e5_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687a1b7e5_7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b687a1b7e5_7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cd52b57f1_4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cd52b57f1_4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dcd52b57f1_5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dcd52b57f1_5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dcd52b57f1_5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dcd52b57f1_5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cd52b57f1_5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cd52b57f1_5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cd52b57f1_5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cd52b57f1_5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dcd52b57f1_5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dcd52b57f1_5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dcd52b57f1_5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dcd52b57f1_5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dcd52b57f1_5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dcd52b57f1_5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cd52b57f1_5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cd52b57f1_5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dcd52b57f1_5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dcd52b57f1_5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dabf4a67a7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dabf4a67a7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dcd52b57f1_5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dcd52b57f1_5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dcd52b57f1_5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dcd52b57f1_5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dcd52b57f1_5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dcd52b57f1_5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dcd52b57f1_5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dcd52b57f1_5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dcd52b57f1_5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dcd52b57f1_5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dabf4a67a7_2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dabf4a67a7_2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dabf4a67a7_2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dabf4a67a7_2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dabf4a67a7_2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dabf4a67a7_2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d4c2587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d4c2587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dae9d474a6_5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dae9d474a6_5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dabf4a67a7_2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dabf4a67a7_2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dae9d474a6_59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dae9d474a6_59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dabf4a67a7_2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dabf4a67a7_2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ae9d474a6_59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dae9d474a6_59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dabf4a67a7_2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dabf4a67a7_2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ae9d474a6_59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ae9d474a6_5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dcd52b57f1_5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dcd52b57f1_5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dae9d474a6_59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dae9d474a6_59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dac9f5d3fa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dac9f5d3f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daea747edf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daea747ed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daea747edf_1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daea747edf_1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daea747edf_1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daea747edf_1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daf40986d0_6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daf40986d0_6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daea747edf_1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daea747edf_1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daf40986d0_6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daf40986d0_6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daf40986d0_6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daf40986d0_6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de40fd613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de40fd613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daea747edf_1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daea747edf_1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de43ff61f9_12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de43ff61f9_1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de43ff61f9_12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de43ff61f9_12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daea747edf_18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daea747edf_18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de43ff61f9_12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de43ff61f9_12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daea747edf_18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daea747edf_18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de43ff61f9_12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de43ff61f9_12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aea747edf_18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aea747edf_18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de43ff61f9_1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de43ff61f9_1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de40fd613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de40fd613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de43ff61f9_13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de43ff61f9_1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de40fd6135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de40fd6135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de9e5ea976_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de9e5ea976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de40fd6135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de40fd6135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de9e5ea976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de9e5ea976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de40fd6135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de40fd6135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de9e5ea976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de9e5ea976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de40fd6135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de40fd6135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de9e5ea976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de9e5ea976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de40fd6135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de40fd6135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de9e5ea976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de9e5ea976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e43ff61f9_13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e43ff61f9_13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de43ff61f9_13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de43ff61f9_13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df1ee1a80b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df1ee1a80b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de9e5ea976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de9e5ea976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df1ee1a80b_1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df1ee1a80b_1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de9e5ea976_1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de9e5ea976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df1ee1a80b_1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df1ee1a80b_1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de9e5ea976_1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de9e5ea976_1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df1ee1a80b_1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df1ee1a80b_1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de9e5ea976_1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de9e5ea976_1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df1ee1a80b_1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df1ee1a80b_1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de9e5ea976_1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de9e5ea976_1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de9e5ea976_1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de9e5ea976_1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df1ee1a80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df1ee1a80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e03119b2b2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e03119b2b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df1ee1a80b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df1ee1a80b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e03119b2b2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e03119b2b2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df1ee1a80b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df1ee1a80b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e03119b2b2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e03119b2b2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df1ee1a80b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df1ee1a80b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e03119b2b2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e03119b2b2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df46523eaa_1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df46523eaa_1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e03119b2b2_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e03119b2b2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e03119b2b2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e03119b2b2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df46523eaa_1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df46523eaa_1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df1ee1a80b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df1ee1a80b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df46523eaa_1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df46523eaa_1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df1ee1a80b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df1ee1a80b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df46523eaa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df46523eaa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df46523eaa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df46523ea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df1ee1a80b_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df1ee1a80b_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c049b90a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c049b90a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df1ee1a80b_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df1ee1a80b_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dc049b90a0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dc049b90a0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df1ee1a80b_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df1ee1a80b_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dc049b90a0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dc049b90a0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df46523eaa_1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df46523eaa_1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dc049b90a0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dc049b90a0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df46523eaa_1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df46523eaa_1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df85020a6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df85020a6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dc049b90a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dc049b90a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df46523eaa_1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df46523eaa_1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df85020a63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df85020a63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df46523eaa_1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df46523eaa_1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df85020a63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df85020a63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f46523eaa_1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f46523eaa_1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df85020a63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df85020a63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df46523eaa_1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df46523eaa_1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df85020a63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df85020a63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dc049b914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dc049b914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c049b9142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c049b9142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dfccc229c7_3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dfccc229c7_3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df8d42cd5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df8d42cd5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dfccc229c7_3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dfccc229c7_3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df8d42cd53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df8d42cd53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fccc229c7_3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fccc229c7_3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df8d42cd53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df8d42cd53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dfccc229c7_3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dfccc229c7_3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df8d42cd53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df8d42cd53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dfccc229c7_3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dfccc229c7_3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dfccc229c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dfccc229c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dfccc229c7_3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dfccc229c7_3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dfccc229c7_35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dfccc229c7_35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dfccc229c7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dfccc229c7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e09c40327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e09c40327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dfccc229c7_35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dfccc229c7_35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dfccc229c7_35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dfccc229c7_35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e09c40327a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e09c40327a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dfccc229c7_35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dfccc229c7_35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e09c40327a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e09c40327a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dfccc229c7_3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dfccc229c7_3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e09c40327a_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e09c40327a_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dfccc229c7_3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dfccc229c7_3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e09c40327a_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e09c40327a_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dfccc229c7_35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dfccc229c7_35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e09c40327a_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e09c40327a_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e064320fb5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e064320fb5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dff52ce52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dff52ce52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e0bd89609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e0bd89609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dff52ce520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dff52ce520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e0bd896095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e0bd896095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dff52ce520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dff52ce520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e0bd896095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e0bd896095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dff52ce520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dff52ce520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e0bd896095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e0bd896095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dff52ce520_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dff52ce520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dddea182b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dddea182b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e064320fb5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e064320fb5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e064320fb5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e064320fb5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dddea182bf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dddea182bf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e0dad15a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e0dad15a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e0dad15ad4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e0dad15ad4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e1725104f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e1725104f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e0dad15c5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e0dad15c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e1725104fc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e1725104fc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ddff373238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ddff37323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ddff373238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ddff373238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e1725104fc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e1725104fc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de101b2d87_3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de101b2d87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de101b2d87_3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de101b2d87_3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e1725104f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e1725104f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e1725104f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e1725104f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e1725104fc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e1725104f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e1725104fc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e1725104f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e1725104fc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e1725104f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iki.python.org/moin/BeginnersGuide/Programmers" TargetMode="External"/><Relationship Id="rId4" Type="http://schemas.openxmlformats.org/officeDocument/2006/relationships/hyperlink" Target="https://www.codecademy.com/learn/learn-python-3/" TargetMode="External"/><Relationship Id="rId5" Type="http://schemas.openxmlformats.org/officeDocument/2006/relationships/hyperlink" Target="https://www.w3schools.com/python/default.asp" TargetMode="External"/><Relationship Id="rId6" Type="http://schemas.openxmlformats.org/officeDocument/2006/relationships/hyperlink" Target="https://www.w3schools.com/python/default.asp" TargetMode="External"/><Relationship Id="rId7" Type="http://schemas.openxmlformats.org/officeDocument/2006/relationships/hyperlink" Target="https://www.stavros.io/tutorials/python/" TargetMode="External"/><Relationship Id="rId8" Type="http://schemas.openxmlformats.org/officeDocument/2006/relationships/hyperlink" Target="https://www.programiz.com/python-programm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pen.kattis.com/login" TargetMode="External"/><Relationship Id="rId4" Type="http://schemas.openxmlformats.org/officeDocument/2006/relationships/hyperlink" Target="https://open.kattis.com/registe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repl.it/languages/python3" TargetMode="External"/><Relationship Id="rId4" Type="http://schemas.openxmlformats.org/officeDocument/2006/relationships/hyperlink" Target="https://www.anaconda.com/products/individual" TargetMode="External"/><Relationship Id="rId5" Type="http://schemas.openxmlformats.org/officeDocument/2006/relationships/hyperlink" Target="https://www.jetbrains.com/pycharm/download/#section=window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pen.kattis.com/problems?order=problem_difficult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pen.kattis.com/problems/hell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pen.kattis.com/problems/hell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pen.kattis.com/problems/r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pen.kattis.com/problems/r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pen.kattis.com/problems/autori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pen.kattis.com/problems/autori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pen.kattis.com/problems/twostone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pen.kattis.com/problems/twostone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pen.kattis.com/problems/quadran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pen.kattis.com/problems/quadran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hackerrank.com/challenges/py-if-else/problem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hackerrank.com/challenges/py-if-else/proble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pen.kattis.com/problems/spavanac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pen.kattis.com/problems/spavanac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pen.kattis.com/problems/timeloop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pen.kattis.com/problems/timeloop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pen.kattis.com/problems/hissingmicrophon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pen.kattis.com/problems/hissingmicrophon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pen.kattis.com/problems/cold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pen.kattis.com/problems/cold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pen.kattis.com/problems/tarifa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open.kattis.com/problems/tarifa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open.kattis.com/problems/lineup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open.kattis.com/problems/lineup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open.kattis.com/problems/conundrum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open.kattis.com/problems/conundrum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open.kattis.com/problems/apaxiaaans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open.kattis.com/problems/apaxiaaans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open.kattis.com/problems/fizzbuzz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open.kattis.com/problems/fizzbuzz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open.kattis.com/problems/harshadnumbers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open.kattis.com/problems/harshadnumbers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open.kattis.com/problems/trik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open.kattis.com/problems/trik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open.kattis.com/problems/filip" TargetMode="Externa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open.kattis.com/problems/filip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s://open.kattis.com/problems/oddities" TargetMode="Externa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open.kattis.com/problems/oddities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open.kattis.com/problems/sodaslurper" TargetMode="Externa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open.kattis.com/problems/sodaslurper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open.kattis.com/problems/reversebinary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open.kattis.com/problems/reversebinary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open.kattis.com/problems/hangingout" TargetMode="Externa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open.kattis.com/problems/hangingout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hyperlink" Target="https://open.kattis.com/problems/nastyhacks" TargetMode="Externa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s://open.kattis.com/problems/nastyhacks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hyperlink" Target="https://www.hackerrank.com/challenges/write-a-function/problem" TargetMode="Externa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hyperlink" Target="https://www.hackerrank.com/challenges/write-a-function/problem" TargetMode="Externa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open.kattis.com/problems/onechicken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hyperlink" Target="https://open.kattis.com/problems/onechicken" TargetMode="Externa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hyperlink" Target="https://open.kattis.com/problems/planina" TargetMode="Externa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hyperlink" Target="https://open.kattis.com/problems/planina" TargetMode="Externa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hyperlink" Target="https://open.kattis.com/problems/helpaphd" TargetMode="Externa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hyperlink" Target="https://open.kattis.com/problems/helpaphd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hyperlink" Target="https://open.kattis.com/problems/lastfactorialdigit" TargetMode="Externa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hyperlink" Target="https://open.kattis.com/problems/lastfactorialdigit" TargetMode="Externa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hyperlink" Target="https://www.hackerrank.com/challenges/camelcase/problem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hyperlink" Target="https://www.hackerrank.com/challenges/camelcase/problem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hyperlink" Target="https://www.hackerrank.com/challenges/pangrams/problem" TargetMode="Externa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hyperlink" Target="https://www.hackerrank.com/challenges/pangrams/problem" TargetMode="Externa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hyperlink" Target="https://open.kattis.com/problems/simonsays" TargetMode="Externa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hyperlink" Target="https://open.kattis.com/problems/simonsays" TargetMode="Externa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hyperlink" Target="https://www.hackerrank.com/challenges/pangrams/problem" TargetMode="Externa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hyperlink" Target="https://www.hackerrank.com/challenges/pangrams/problem" TargetMode="Externa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hyperlink" Target="https://open.kattis.com/problems/boatparts" TargetMode="Externa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hyperlink" Target="https://open.kattis.com/problems/boatparts" TargetMode="Externa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hyperlink" Target="https://open.kattis.com/problems/everywhere" TargetMode="Externa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hyperlink" Target="https://open.kattis.com/problems/everywhere" TargetMode="Externa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hyperlink" Target="https://open.kattis.com/problems/nodup" TargetMode="Externa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hyperlink" Target="https://open.kattis.com/problems/nodup" TargetMode="Externa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hyperlink" Target="https://open.kattis.com/problems/oddmanout" TargetMode="Externa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hyperlink" Target="https://open.kattis.com/problems/oddmanout" TargetMode="Externa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hyperlink" Target="https://open.kattis.com/problems/pet" TargetMode="Externa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hyperlink" Target="https://open.kattis.com/problems/pet" TargetMode="Externa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hyperlink" Target="https://open.kattis.com/problems/stopwatch" TargetMode="Externa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hyperlink" Target="https://open.kattis.com/problems/stopwatch" TargetMode="Externa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hyperlink" Target="https://open.kattis.com/problems/jackolanternjuxtaposition" TargetMode="Externa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hyperlink" Target="https://open.kattis.com/problems/jackolanternjuxtaposition" TargetMode="Externa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hyperlink" Target="https://open.kattis.com/problems/bijele" TargetMode="Externa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hyperlink" Target="https://open.kattis.com/problems/bijele" TargetMode="Externa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hyperlink" Target="https://open.kattis.com/problems/oddgnome" TargetMode="Externa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hyperlink" Target="https://open.kattis.com/problems/oddgnome" TargetMode="Externa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hyperlink" Target="https://open.kattis.com/problems/missingnumbers" TargetMode="Externa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hyperlink" Target="https://open.kattis.com/problems/missingnumbers" TargetMode="Externa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hyperlink" Target="https://open.kattis.com/problems/pokerhand" TargetMode="Externa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Relationship Id="rId3" Type="http://schemas.openxmlformats.org/officeDocument/2006/relationships/hyperlink" Target="https://open.kattis.com/problems/pokerhand" TargetMode="Externa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hyperlink" Target="https://open.kattis.com/problems/baconeggsandspam" TargetMode="Externa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<Relationship Id="rId3" Type="http://schemas.openxmlformats.org/officeDocument/2006/relationships/hyperlink" Target="https://open.kattis.com/problems/baconeggsandspam" TargetMode="Externa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Relationship Id="rId3" Type="http://schemas.openxmlformats.org/officeDocument/2006/relationships/hyperlink" Target="https://open.kattis.com/problems/anewalphabet" TargetMode="Externa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Relationship Id="rId3" Type="http://schemas.openxmlformats.org/officeDocument/2006/relationships/hyperlink" Target="https://open.kattis.com/problems/anewalphabet" TargetMode="Externa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<Relationship Id="rId3" Type="http://schemas.openxmlformats.org/officeDocument/2006/relationships/hyperlink" Target="https://open.kattis.com/problems/zoo" TargetMode="Externa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<Relationship Id="rId3" Type="http://schemas.openxmlformats.org/officeDocument/2006/relationships/hyperlink" Target="https://open.kattis.com/problems/zoo" TargetMode="Externa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<Relationship Id="rId3" Type="http://schemas.openxmlformats.org/officeDocument/2006/relationships/hyperlink" Target="https://open.kattis.com/problems/tripletexting" TargetMode="Externa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8.xml"/><Relationship Id="rId3" Type="http://schemas.openxmlformats.org/officeDocument/2006/relationships/hyperlink" Target="https://open.kattis.com/problems/tripletexting" TargetMode="Externa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0.xml"/><Relationship Id="rId3" Type="http://schemas.openxmlformats.org/officeDocument/2006/relationships/hyperlink" Target="https://open.kattis.com/problems/addtwonumbers" TargetMode="Externa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1.xml"/><Relationship Id="rId3" Type="http://schemas.openxmlformats.org/officeDocument/2006/relationships/hyperlink" Target="https://open.kattis.com/problems/addtwonumbers" TargetMode="Externa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2.xml"/><Relationship Id="rId3" Type="http://schemas.openxmlformats.org/officeDocument/2006/relationships/hyperlink" Target="https://open.kattis.com/problems/qaly" TargetMode="Externa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Relationship Id="rId3" Type="http://schemas.openxmlformats.org/officeDocument/2006/relationships/hyperlink" Target="https://open.kattis.com/problems/qaly" TargetMode="Externa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Relationship Id="rId3" Type="http://schemas.openxmlformats.org/officeDocument/2006/relationships/hyperlink" Target="https://open.kattis.com/problems/modulo" TargetMode="Externa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Relationship Id="rId3" Type="http://schemas.openxmlformats.org/officeDocument/2006/relationships/hyperlink" Target="https://open.kattis.com/problems/modulo" TargetMode="Externa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<Relationship Id="rId3" Type="http://schemas.openxmlformats.org/officeDocument/2006/relationships/hyperlink" Target="https://open.kattis.com/problems/magictrick" TargetMode="Externa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Relationship Id="rId3" Type="http://schemas.openxmlformats.org/officeDocument/2006/relationships/hyperlink" Target="https://open.kattis.com/problems/magictrick" TargetMode="Externa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Relationship Id="rId3" Type="http://schemas.openxmlformats.org/officeDocument/2006/relationships/hyperlink" Target="https://open.kattis.com/problems/jumbojavelin" TargetMode="Externa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<Relationship Id="rId3" Type="http://schemas.openxmlformats.org/officeDocument/2006/relationships/hyperlink" Target="https://open.kattis.com/problems/jumbojavelin" TargetMode="Externa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Relationship Id="rId3" Type="http://schemas.openxmlformats.org/officeDocument/2006/relationships/hyperlink" Target="https://open.kattis.com/problems/zanzibar" TargetMode="Externa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Relationship Id="rId3" Type="http://schemas.openxmlformats.org/officeDocument/2006/relationships/hyperlink" Target="https://open.kattis.com/problems/zanzibar" TargetMode="Externa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3.xml"/><Relationship Id="rId3" Type="http://schemas.openxmlformats.org/officeDocument/2006/relationships/hyperlink" Target="https://open.kattis.com/problems/sorttwonumbers" TargetMode="Externa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Relationship Id="rId3" Type="http://schemas.openxmlformats.org/officeDocument/2006/relationships/hyperlink" Target="https://open.kattis.com/problems/sorttwonumbers" TargetMode="Externa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5.xml"/><Relationship Id="rId3" Type="http://schemas.openxmlformats.org/officeDocument/2006/relationships/hyperlink" Target="https://open.kattis.com/problems/isithalloween" TargetMode="Externa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<Relationship Id="rId3" Type="http://schemas.openxmlformats.org/officeDocument/2006/relationships/hyperlink" Target="https://open.kattis.com/problems/isithalloween" TargetMode="Externa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Relationship Id="rId3" Type="http://schemas.openxmlformats.org/officeDocument/2006/relationships/hyperlink" Target="https://open.kattis.com/problems/quickestimate" TargetMode="Externa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Relationship Id="rId3" Type="http://schemas.openxmlformats.org/officeDocument/2006/relationships/hyperlink" Target="https://open.kattis.com/problems/quickestimate" TargetMode="Externa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Relationship Id="rId3" Type="http://schemas.openxmlformats.org/officeDocument/2006/relationships/hyperlink" Target="https://open.kattis.com/problems/aaah" TargetMode="Externa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<Relationship Id="rId3" Type="http://schemas.openxmlformats.org/officeDocument/2006/relationships/hyperlink" Target="https://open.kattis.com/problems/aaah" TargetMode="Externa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<Relationship Id="rId3" Type="http://schemas.openxmlformats.org/officeDocument/2006/relationships/hyperlink" Target="https://www.hackerrank.com/challenges/exceptions/problem?isFullScreen=true" TargetMode="Externa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<Relationship Id="rId3" Type="http://schemas.openxmlformats.org/officeDocument/2006/relationships/hyperlink" Target="https://www.hackerrank.com/challenges/exceptions/problem?isFullScreen=true" TargetMode="Externa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5.xml"/><Relationship Id="rId3" Type="http://schemas.openxmlformats.org/officeDocument/2006/relationships/hyperlink" Target="https://replit.com/@marymathews/InterestingSnappyDegree" TargetMode="External"/><Relationship Id="rId4" Type="http://schemas.openxmlformats.org/officeDocument/2006/relationships/hyperlink" Target="https://replit.com/@marymathews/BoardGame1" TargetMode="Externa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6.xml"/><Relationship Id="rId3" Type="http://schemas.openxmlformats.org/officeDocument/2006/relationships/hyperlink" Target="https://replit.com/@marymathews/CarefreeDownrightDefinitions#main.py" TargetMode="External"/><Relationship Id="rId4" Type="http://schemas.openxmlformats.org/officeDocument/2006/relationships/hyperlink" Target="https://replit.com/@marymathews/wiki" TargetMode="Externa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7.xml"/><Relationship Id="rId3" Type="http://schemas.openxmlformats.org/officeDocument/2006/relationships/hyperlink" Target="https://replit.com/@marymathews/SomePrimeHashfunction" TargetMode="External"/><Relationship Id="rId4" Type="http://schemas.openxmlformats.org/officeDocument/2006/relationships/hyperlink" Target="https://replit.com/@marymathews/hangman" TargetMode="Externa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8.xml"/><Relationship Id="rId3" Type="http://schemas.openxmlformats.org/officeDocument/2006/relationships/hyperlink" Target="https://replit.com/@marymathews/tmdb-practi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33800"/>
            <a:ext cx="8520600" cy="8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Solving in Python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550" y="4107825"/>
            <a:ext cx="3675024" cy="9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96700" y="4282125"/>
            <a:ext cx="28467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00"/>
                </a:solidFill>
              </a:rPr>
              <a:t>Presented by</a:t>
            </a:r>
            <a:endParaRPr sz="2800">
              <a:solidFill>
                <a:srgbClr val="FFFF00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926" y="3656300"/>
            <a:ext cx="1434899" cy="134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 Description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</a:rPr>
              <a:t>This workshop will cover/strengthen the programming concepts using a series of problems - we will solve them in Python using a website called https://open.kattis.com So, come with a open mind, ready to think &amp; be ready to learn by trial &amp; error! We will start with very simple problems and build the confidence level &amp; slowly increase the complexity of problems. Visit Google slides @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</a:rPr>
              <a:t>https://bit.ly/kattis-python</a:t>
            </a:r>
            <a:r>
              <a:rPr lang="en">
                <a:solidFill>
                  <a:schemeClr val="dk1"/>
                </a:solidFill>
              </a:rPr>
              <a:t> for details.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Few resources from the web!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are </a:t>
            </a:r>
            <a:r>
              <a:rPr lang="en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tons of resources</a:t>
            </a:r>
            <a:r>
              <a:rPr lang="en">
                <a:solidFill>
                  <a:schemeClr val="dk1"/>
                </a:solidFill>
              </a:rPr>
              <a:t> in the web to learn / lookup information about Python. Here are a few that you may want to review.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Learn Python 3 - CodeAcademy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hlink"/>
                </a:solidFill>
                <a:uFill>
                  <a:noFill/>
                </a:uFill>
                <a:hlinkClick r:id="rId5"/>
              </a:rPr>
              <a:t>W3schools - </a:t>
            </a:r>
            <a:r>
              <a:rPr lang="en" sz="16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6"/>
              </a:rPr>
              <a:t>Python Tutorial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551A8B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 Python in 10 minutes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551A8B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 Python - Tutorial for Beginners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Setup a FREE account @ </a:t>
            </a:r>
            <a:r>
              <a:rPr lang="en" u="sng">
                <a:solidFill>
                  <a:schemeClr val="hlink"/>
                </a:solidFill>
                <a:hlinkClick r:id="rId3"/>
              </a:rPr>
              <a:t>open.kattis.com/login</a:t>
            </a:r>
            <a:r>
              <a:rPr lang="en"/>
              <a:t> OR </a:t>
            </a:r>
            <a:r>
              <a:rPr lang="en" u="sng">
                <a:solidFill>
                  <a:schemeClr val="hlink"/>
                </a:solidFill>
                <a:hlinkClick r:id="rId4"/>
              </a:rPr>
              <a:t>open.kattis.com/register</a:t>
            </a:r>
            <a:r>
              <a:rPr lang="en"/>
              <a:t> 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894600"/>
            <a:ext cx="4268764" cy="267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200" y="1894588"/>
            <a:ext cx="3684873" cy="2727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99350"/>
            <a:ext cx="8520600" cy="9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preferred programming language...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305075"/>
            <a:ext cx="8520600" cy="31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Click on the top-right corner, expand the menu, click on Settings, select the country, Subdivision and University. Also, update the timezone &amp; default programming language as well.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75" y="2571750"/>
            <a:ext cx="3315700" cy="19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775" y="2636549"/>
            <a:ext cx="4722524" cy="5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- any of these will do!	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Online Python Editor - </a:t>
            </a:r>
            <a:r>
              <a:rPr lang="en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https://repl.it/languages/python3</a:t>
            </a:r>
            <a:r>
              <a:rPr lang="en"/>
              <a:t> (NO installation needed! You do need to create a free online account to store your programs)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Anaconda Navigator -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https://www.anaconda.com/products/individual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Pycharm Community Edition -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https://www.jetbrains.com/pycharm/download/#section=windows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us get started!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ready to do our first exercise.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https://open.kattis.com/problems?order=problem_difficulty</a:t>
            </a:r>
            <a:r>
              <a:rPr lang="en"/>
              <a:t> lists the problems in increasing level of difficulty. We will be doing several of these problems in the workshop.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encourage you to work on additional problems for your own &amp; increase your score, but please … do not ask any one to code for you or copy from someone &amp; cheat yourself out of this good learning experience!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So, be honest to yourself and have fun!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9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#1 - Hello World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466575"/>
            <a:ext cx="8520600" cy="31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https://open.kattis.com/problems/hello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Description: Output should contain one line, containing the string “Hello World!”.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9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r>
              <a:rPr lang="en"/>
              <a:t> #1 - Hello World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466575"/>
            <a:ext cx="8520600" cy="31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https://open.kattis.com/problems/hello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print("Hello World!")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Variables - A container (memory location) for storing some data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Types - The type of data being stored in a variable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Expressions - Combinations of values or data, and operators, that can  be evaluated to some value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#2 - R2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https://open.kattis.com/problems/r2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Statement - The number 𝑆 is called the mean of two numbers 𝑅1 and 𝑅2 if 𝑆 is equal to (𝑅1+𝑅2)/2. Mirko’s birthday present for Slavko was two integers 𝑅1 and 𝑅2. Slavko promptly calculated their mean which also happened to be an integer but then lost 𝑅2! Help Slavko restore 𝑅2.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(R1 + R2) / 2 = 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are given R1 and S, we need to find R2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How? We use R2 = (S * 2) - R1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#2 - R2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https://open.kattis.com/problems/r2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(r1, s) = input().split(" ")</a:t>
            </a:r>
            <a:br>
              <a:rPr lang="en"/>
            </a:br>
            <a:r>
              <a:rPr lang="en"/>
              <a:t>r1 = int(r1)</a:t>
            </a:r>
            <a:br>
              <a:rPr lang="en"/>
            </a:br>
            <a:r>
              <a:rPr lang="en"/>
              <a:t>s = int(s)</a:t>
            </a:r>
            <a:br>
              <a:rPr lang="en"/>
            </a:br>
            <a:br>
              <a:rPr lang="en"/>
            </a:br>
            <a:r>
              <a:rPr lang="en"/>
              <a:t>r2 = s * 2 - r1</a:t>
            </a:r>
            <a:br>
              <a:rPr lang="en"/>
            </a:br>
            <a:r>
              <a:rPr lang="en"/>
              <a:t>print(r2)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lang="en"/>
              <a:t> #3 - Autori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https://open.kattis.com/problems/autori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an input like ‘Knuth-Morris-Pratt’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Print the first character of each word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 = KMP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r>
              <a:rPr lang="en"/>
              <a:t> #3 - Autori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https://open.kattis.com/problems/autori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names = input()</a:t>
            </a:r>
            <a:br>
              <a:rPr lang="en"/>
            </a:br>
            <a:r>
              <a:rPr lang="en"/>
              <a:t>abbrev = ""</a:t>
            </a:r>
            <a:br>
              <a:rPr lang="en"/>
            </a:br>
            <a:br>
              <a:rPr lang="en"/>
            </a:br>
            <a:r>
              <a:rPr lang="en"/>
              <a:t>for name in names.split("-"):</a:t>
            </a:r>
            <a:br>
              <a:rPr lang="en"/>
            </a:br>
            <a:r>
              <a:rPr lang="en"/>
              <a:t>abbrev = abbrev + name[0]</a:t>
            </a:r>
            <a:br>
              <a:rPr lang="en"/>
            </a:br>
            <a:br>
              <a:rPr lang="en"/>
            </a:br>
            <a:r>
              <a:rPr lang="en"/>
              <a:t>print(abbrev)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 contd.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Comments - Lines that are ignored during the execution of the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Operator Precedence:</a:t>
            </a:r>
            <a:br>
              <a:rPr lang="en"/>
            </a:br>
            <a:endParaRPr/>
          </a:p>
        </p:txBody>
      </p:sp>
      <p:graphicFrame>
        <p:nvGraphicFramePr>
          <p:cNvPr id="146" name="Google Shape;146;p27"/>
          <p:cNvGraphicFramePr/>
          <p:nvPr/>
        </p:nvGraphicFramePr>
        <p:xfrm>
          <a:off x="858225" y="187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{71B7E747-E081-44FC-9AA4-958C0D42E16B}</a:tableStyleId>
              </a:tblPr>
              <a:tblGrid>
                <a:gridCol w="1859600"/>
                <a:gridCol w="5379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Parentheses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Exponent or Power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/, *, //, 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Multiplication, Division, Modulus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+, -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Addition, Subtraction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==, !=, &gt;=, &gt;, &lt;=, &lt;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Comparison Operators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r>
              <a:rPr lang="en"/>
              <a:t> #1 - Remainder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2 integers, A and B, how would you find the remainder when A is divided by B?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A = 5 and B = 2; the remainder of 5/2 is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 #1 Solution - Remainder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2 integers, A and B, how would you find the remainder when A is divided by B?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(a, b) = input().split(" ")</a:t>
            </a:r>
            <a:br>
              <a:rPr lang="en"/>
            </a:br>
            <a:r>
              <a:rPr lang="en"/>
              <a:t>a = int(a)</a:t>
            </a:r>
            <a:br>
              <a:rPr lang="en"/>
            </a:br>
            <a:r>
              <a:rPr lang="en"/>
              <a:t>b = int(b)</a:t>
            </a:r>
            <a:br>
              <a:rPr lang="en"/>
            </a:br>
            <a:r>
              <a:rPr lang="en"/>
              <a:t>remainder = a % b</a:t>
            </a:r>
            <a:br>
              <a:rPr lang="en"/>
            </a:br>
            <a:r>
              <a:rPr lang="en"/>
              <a:t>print (remainder)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#2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Conditional statements: execute (or don’t execute) some statements based on some condition(s)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&lt;expr&gt;:</a:t>
            </a:r>
            <a:br>
              <a:rPr lang="en"/>
            </a:br>
            <a:r>
              <a:rPr lang="en"/>
              <a:t>	&lt;statement(s)&gt;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&lt;expr&gt;:</a:t>
            </a:r>
            <a:br>
              <a:rPr lang="en"/>
            </a:br>
            <a:r>
              <a:rPr lang="en"/>
              <a:t>	&lt;statement(s)&gt;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&lt;statement(s)&gt;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#2 contd.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&lt;expr&gt;:</a:t>
            </a:r>
            <a:br>
              <a:rPr lang="en"/>
            </a:br>
            <a:r>
              <a:rPr lang="en"/>
              <a:t>	&lt;statement(s)&gt;</a:t>
            </a:r>
            <a:br>
              <a:rPr lang="en"/>
            </a:br>
            <a:r>
              <a:rPr lang="en"/>
              <a:t>elif &lt;expr&gt;:</a:t>
            </a:r>
            <a:br>
              <a:rPr lang="en"/>
            </a:br>
            <a:r>
              <a:rPr lang="en"/>
              <a:t>	&lt;statement(s)&gt;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&lt;statement(s)&gt;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#4 - Take Two Stones</a:t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https://open.kattis.com/problems/twostones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an input number  (the number of stones)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this input number even or odd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#4 - Take Two Stones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https://open.kattis.com/problems/twostones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 = int(input())</a:t>
            </a:r>
            <a:br>
              <a:rPr lang="en"/>
            </a:br>
            <a:r>
              <a:rPr lang="en"/>
              <a:t>if(num % 2 == 0):</a:t>
            </a:r>
            <a:br>
              <a:rPr lang="en"/>
            </a:br>
            <a:r>
              <a:rPr lang="en"/>
              <a:t>	print('Bob')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print('Alice')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lang="en"/>
              <a:t> #5 - </a:t>
            </a:r>
            <a:r>
              <a:rPr lang="en"/>
              <a:t>Quadrant</a:t>
            </a:r>
            <a:r>
              <a:rPr lang="en"/>
              <a:t> Selection</a:t>
            </a:r>
            <a:endParaRPr/>
          </a:p>
        </p:txBody>
      </p:sp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https://open.kattis.com/problems/quadrant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x and y coordinates of a point, print which quadrant of a graph the point lies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 and Y will never be 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#5 - Quadrant Selection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https://open.kattis.com/problems/quadrant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 = int(input())</a:t>
            </a:r>
            <a:br>
              <a:rPr lang="en"/>
            </a:br>
            <a:r>
              <a:rPr lang="en"/>
              <a:t>y = int(input())</a:t>
            </a:r>
            <a:br>
              <a:rPr lang="en"/>
            </a:br>
            <a:r>
              <a:rPr lang="en"/>
              <a:t>if(x &gt; 0 and y &gt; 0):</a:t>
            </a:r>
            <a:br>
              <a:rPr lang="en"/>
            </a:br>
            <a:r>
              <a:rPr lang="en"/>
              <a:t>	print(1)</a:t>
            </a:r>
            <a:br>
              <a:rPr lang="en"/>
            </a:br>
            <a:r>
              <a:rPr lang="en"/>
              <a:t>elif(x &lt; 0 and y &gt; 0):</a:t>
            </a:r>
            <a:br>
              <a:rPr lang="en"/>
            </a:br>
            <a:r>
              <a:rPr lang="en"/>
              <a:t>	print(2)</a:t>
            </a:r>
            <a:br>
              <a:rPr lang="en"/>
            </a:br>
            <a:r>
              <a:rPr lang="en"/>
              <a:t>elif(x &lt; 0 and y &lt; 0):</a:t>
            </a:r>
            <a:br>
              <a:rPr lang="en"/>
            </a:br>
            <a:r>
              <a:rPr lang="en"/>
              <a:t>	print(3)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print(4)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#6 - Python If-Else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https://www.hackerrank.com/challenges/py-if-else/problem</a:t>
            </a:r>
            <a:r>
              <a:rPr lang="en"/>
              <a:t>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an integer, n, perform the following conditional actions: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 n is odd, print Weird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 n is even and in the inclusive range of 2 to 5, print Not Weird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 n is even and in the inclusive range of  6 to 20, print Weird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 n is even and greater than 20, print Not Weird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#6 - Python If-Else</a:t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https://www.hackerrank.com/challenges/py-if-else/problem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int(input())</a:t>
            </a:r>
            <a:br>
              <a:rPr lang="en"/>
            </a:br>
            <a:r>
              <a:rPr lang="en"/>
              <a:t>if(n % 2 != 0):</a:t>
            </a:r>
            <a:br>
              <a:rPr lang="en"/>
            </a:br>
            <a:r>
              <a:rPr lang="en"/>
              <a:t>	print("Weird")</a:t>
            </a:r>
            <a:br>
              <a:rPr lang="en"/>
            </a:br>
            <a:r>
              <a:rPr lang="en"/>
              <a:t>elif(n &gt;= 2 and n &lt;= 5):</a:t>
            </a:r>
            <a:br>
              <a:rPr lang="en"/>
            </a:br>
            <a:r>
              <a:rPr lang="en"/>
              <a:t>	print("Not Weird")</a:t>
            </a:r>
            <a:br>
              <a:rPr lang="en"/>
            </a:br>
            <a:r>
              <a:rPr lang="en"/>
              <a:t>elif(n &gt;=6 and n &lt;= 20):</a:t>
            </a:r>
            <a:br>
              <a:rPr lang="en"/>
            </a:br>
            <a:r>
              <a:rPr lang="en"/>
              <a:t>	print("Weird")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print("Not Weird")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#7 - Spavanac</a:t>
            </a:r>
            <a:endParaRPr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https://open.kattis.com/problems/spavanac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H (hours) and M (minutes), subtract 45 minutes 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#7 - Spavanac</a:t>
            </a:r>
            <a:endParaRPr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https://open.kattis.com/problems/spavanac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(h, m) = input().split(" ")</a:t>
            </a:r>
            <a:br>
              <a:rPr lang="en"/>
            </a:br>
            <a:r>
              <a:rPr lang="en"/>
              <a:t>h = int(h)</a:t>
            </a:r>
            <a:br>
              <a:rPr lang="en"/>
            </a:br>
            <a:r>
              <a:rPr lang="en"/>
              <a:t>m = int(m)</a:t>
            </a:r>
            <a:br>
              <a:rPr lang="en"/>
            </a:br>
            <a:r>
              <a:rPr lang="en"/>
              <a:t>if(m &gt;= 45):</a:t>
            </a:r>
            <a:br>
              <a:rPr lang="en"/>
            </a:br>
            <a:r>
              <a:rPr lang="en"/>
              <a:t>	m = m - 45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m = 60 - (45 - m)</a:t>
            </a:r>
            <a:br>
              <a:rPr lang="en"/>
            </a:br>
            <a:r>
              <a:rPr lang="en"/>
              <a:t>	if(h != 0):</a:t>
            </a:r>
            <a:br>
              <a:rPr lang="en"/>
            </a:br>
            <a:r>
              <a:rPr lang="en"/>
              <a:t>		h = h - 1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h = 23</a:t>
            </a:r>
            <a:br>
              <a:rPr lang="en"/>
            </a:br>
            <a:r>
              <a:rPr lang="en"/>
              <a:t>print(h , " " , m)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#8 - Uppercase or Lowercase</a:t>
            </a:r>
            <a:endParaRPr/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 single character, check whether it is uppercase, lowercase, or not an alphabet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#8 - </a:t>
            </a:r>
            <a:r>
              <a:rPr lang="en"/>
              <a:t>Uppercase or Lowercase</a:t>
            </a:r>
            <a:endParaRPr/>
          </a:p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 = input()</a:t>
            </a:r>
            <a:br>
              <a:rPr lang="en"/>
            </a:br>
            <a:r>
              <a:rPr lang="en"/>
              <a:t>asciiChar = ord(char)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if(asciiChar &gt;= 97 and asciiChar &lt;= 122):</a:t>
            </a:r>
            <a:br>
              <a:rPr lang="en"/>
            </a:br>
            <a:r>
              <a:rPr lang="en"/>
              <a:t>	print(chr(asciiChar), "is Lowercase")</a:t>
            </a:r>
            <a:br>
              <a:rPr lang="en"/>
            </a:br>
            <a:r>
              <a:rPr lang="en"/>
              <a:t>elif(asciiChar &gt;= 65 and asciiChar &lt;= 90):</a:t>
            </a:r>
            <a:br>
              <a:rPr lang="en"/>
            </a:br>
            <a:r>
              <a:rPr lang="en"/>
              <a:t>	print(chr(asciiChar), "is Uppercase")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print(chr(asciiChar), "is not an alphabet")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#9 - Check Attendance</a:t>
            </a:r>
            <a:endParaRPr/>
          </a:p>
        </p:txBody>
      </p:sp>
      <p:sp>
        <p:nvSpPr>
          <p:cNvPr id="236" name="Google Shape;23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the total number of classes for a subject, and the number of classes attended by a student, check whether the attendance percentage is greater than 70.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#9 - Check Attendance</a:t>
            </a:r>
            <a:endParaRPr/>
          </a:p>
        </p:txBody>
      </p:sp>
      <p:sp>
        <p:nvSpPr>
          <p:cNvPr id="242" name="Google Shape;242;p43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(attended, total) = input().split()</a:t>
            </a:r>
            <a:br>
              <a:rPr lang="en"/>
            </a:br>
            <a:r>
              <a:rPr lang="en"/>
              <a:t>total = int(total)</a:t>
            </a:r>
            <a:br>
              <a:rPr lang="en"/>
            </a:br>
            <a:r>
              <a:rPr lang="en"/>
              <a:t>attended = int(attended)</a:t>
            </a:r>
            <a:br>
              <a:rPr lang="en"/>
            </a:br>
            <a:br>
              <a:rPr lang="en"/>
            </a:br>
            <a:r>
              <a:rPr lang="en"/>
              <a:t>percentage = attended / total * 100</a:t>
            </a:r>
            <a:br>
              <a:rPr lang="en"/>
            </a:br>
            <a:br>
              <a:rPr lang="en"/>
            </a:br>
            <a:r>
              <a:rPr lang="en"/>
              <a:t>if(attended &gt; total):</a:t>
            </a:r>
            <a:br>
              <a:rPr lang="en"/>
            </a:br>
            <a:r>
              <a:rPr lang="en"/>
              <a:t>	print("Invalid Data")</a:t>
            </a:r>
            <a:br>
              <a:rPr lang="en"/>
            </a:br>
            <a:r>
              <a:rPr lang="en"/>
              <a:t>elif(percentage &gt; 70):</a:t>
            </a:r>
            <a:br>
              <a:rPr lang="en"/>
            </a:br>
            <a:r>
              <a:rPr lang="en"/>
              <a:t>	print("Sufficient Attendance")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print("Insufficient Attendance")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#10 - Calculate Electricity Bill</a:t>
            </a:r>
            <a:endParaRPr/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the number of units used, calculate the total bill amount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to 100 units – Rs. 10/unit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101 to 200 units – Rs. 15/unit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201 to 300 units – Rs. 20/unit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above 300 units – Rs. 25/unit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#10 - Calculate Electricity Bill</a:t>
            </a:r>
            <a:endParaRPr/>
          </a:p>
        </p:txBody>
      </p:sp>
      <p:sp>
        <p:nvSpPr>
          <p:cNvPr id="254" name="Google Shape;254;p45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units = float(input())</a:t>
            </a:r>
            <a:br>
              <a:rPr lang="en"/>
            </a:br>
            <a:r>
              <a:rPr lang="en"/>
              <a:t>total = 0.0</a:t>
            </a:r>
            <a:br>
              <a:rPr lang="en"/>
            </a:br>
            <a:br>
              <a:rPr lang="en"/>
            </a:br>
            <a:r>
              <a:rPr lang="en"/>
              <a:t>if(units &gt;= 1 and units &lt;= 100):</a:t>
            </a:r>
            <a:br>
              <a:rPr lang="en"/>
            </a:br>
            <a:r>
              <a:rPr lang="en"/>
              <a:t>	total += (units * 10)</a:t>
            </a:r>
            <a:br>
              <a:rPr lang="en"/>
            </a:br>
            <a:r>
              <a:rPr lang="en"/>
              <a:t>elif(units &lt;= 200):</a:t>
            </a:r>
            <a:br>
              <a:rPr lang="en"/>
            </a:br>
            <a:r>
              <a:rPr lang="en"/>
              <a:t>	total += (units - 100) * 15 + (10 * 100)</a:t>
            </a:r>
            <a:br>
              <a:rPr lang="en"/>
            </a:br>
            <a:r>
              <a:rPr lang="en"/>
              <a:t>elif(units &lt;= 300):</a:t>
            </a:r>
            <a:br>
              <a:rPr lang="en"/>
            </a:br>
            <a:r>
              <a:rPr lang="en"/>
              <a:t>	total += (units - 200) * 20 + 100 * 15 + 100 * 10</a:t>
            </a:r>
            <a:br>
              <a:rPr lang="en"/>
            </a:br>
            <a:r>
              <a:rPr lang="en"/>
              <a:t>elif(units &gt; 300):</a:t>
            </a:r>
            <a:br>
              <a:rPr lang="en"/>
            </a:br>
            <a:r>
              <a:rPr lang="en"/>
              <a:t>	total += (units - 300) * 25 + 100 * 20 + 100 * 15 + 100 * 10 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print("Invalid Data")</a:t>
            </a:r>
            <a:br>
              <a:rPr lang="en"/>
            </a:br>
            <a:br>
              <a:rPr lang="en"/>
            </a:br>
            <a:r>
              <a:rPr lang="en"/>
              <a:t>print(total)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 #2 - Movie Ticket</a:t>
            </a:r>
            <a:endParaRPr/>
          </a:p>
        </p:txBody>
      </p:sp>
      <p:sp>
        <p:nvSpPr>
          <p:cNvPr id="260" name="Google Shape;26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the rating of a movie ‘G’, ‘PG’, ‘R’, and the age of a person 1 - 100, print whether the person is allowed to book a ticket for that movie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 →  Age 1 and above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PG → Age 13 and above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 → Age 18 and above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Rating = PG, Age = 12; Output = Not Allowed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 #2 Solution - Movie Ticket</a:t>
            </a:r>
            <a:endParaRPr/>
          </a:p>
        </p:txBody>
      </p:sp>
      <p:sp>
        <p:nvSpPr>
          <p:cNvPr id="266" name="Google Shape;26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rating = input()</a:t>
            </a:r>
            <a:br>
              <a:rPr lang="en"/>
            </a:br>
            <a:r>
              <a:rPr lang="en"/>
              <a:t>age = int(input())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if(rating == 'R' and age &lt; 18):</a:t>
            </a:r>
            <a:br>
              <a:rPr lang="en"/>
            </a:br>
            <a:r>
              <a:rPr lang="en"/>
              <a:t>	print('Not Allowed')</a:t>
            </a:r>
            <a:br>
              <a:rPr lang="en"/>
            </a:br>
            <a:r>
              <a:rPr lang="en"/>
              <a:t>elif(rating == 'PG' and age &lt; 13):</a:t>
            </a:r>
            <a:br>
              <a:rPr lang="en"/>
            </a:br>
            <a:r>
              <a:rPr lang="en"/>
              <a:t>	print('Not Allowed')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print('Allowed')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#3</a:t>
            </a:r>
            <a:endParaRPr/>
          </a:p>
        </p:txBody>
      </p:sp>
      <p:sp>
        <p:nvSpPr>
          <p:cNvPr id="272" name="Google Shape;272;p4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loop - Execute some statements as long as some condition is true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loop - Iterate over a sequence, or each item in a range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 - Stop loop execution (‘break’ out of the loop)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Continue - Move on to the next loop iteration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 - Statement that does nothing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#11 - Stuck In A Time Loop</a:t>
            </a:r>
            <a:endParaRPr/>
          </a:p>
        </p:txBody>
      </p:sp>
      <p:sp>
        <p:nvSpPr>
          <p:cNvPr id="278" name="Google Shape;27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https://open.kattis.com/problems/timeloop</a:t>
            </a: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an integer N, print every number from 1 to N followed by ‘Abracadabra’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#11 - Stuck In A Time Loop</a:t>
            </a:r>
            <a:endParaRPr/>
          </a:p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https://open.kattis.com/problems/timeloop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int(input())</a:t>
            </a:r>
            <a:br>
              <a:rPr lang="en"/>
            </a:br>
            <a:r>
              <a:rPr lang="en"/>
              <a:t>for i in range(1, n + 1):</a:t>
            </a:r>
            <a:br>
              <a:rPr lang="en"/>
            </a:br>
            <a:r>
              <a:rPr lang="en"/>
              <a:t>	print(i , "Abracadabra")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#12 - Hissing Microphone</a:t>
            </a:r>
            <a:endParaRPr/>
          </a:p>
        </p:txBody>
      </p:sp>
      <p:sp>
        <p:nvSpPr>
          <p:cNvPr id="290" name="Google Shape;29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https://open.kattis.com/problems/hissingmicrophone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</a:t>
            </a:r>
            <a:r>
              <a:rPr lang="en"/>
              <a:t>Given</a:t>
            </a:r>
            <a:r>
              <a:rPr lang="en"/>
              <a:t> an input string, check whether ‘s’ occurs consecutively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#12 - Hissing Microphone</a:t>
            </a:r>
            <a:endParaRPr/>
          </a:p>
        </p:txBody>
      </p:sp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https://open.kattis.com/problems/hissingmicrophone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 = input()</a:t>
            </a:r>
            <a:br>
              <a:rPr lang="en"/>
            </a:br>
            <a:r>
              <a:rPr lang="en"/>
              <a:t>flag = False</a:t>
            </a:r>
            <a:br>
              <a:rPr lang="en"/>
            </a:br>
            <a:r>
              <a:rPr lang="en"/>
              <a:t>for index in range(len(string) - 1): </a:t>
            </a:r>
            <a:br>
              <a:rPr lang="en"/>
            </a:br>
            <a:r>
              <a:rPr lang="en"/>
              <a:t>	if(string[index] == 's' and string[index + 1] == 's'):</a:t>
            </a:r>
            <a:br>
              <a:rPr lang="en"/>
            </a:br>
            <a:r>
              <a:rPr lang="en"/>
              <a:t>		print('hiss')</a:t>
            </a:r>
            <a:br>
              <a:rPr lang="en"/>
            </a:br>
            <a:r>
              <a:rPr lang="en"/>
              <a:t>		flag = True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if(not flag):</a:t>
            </a:r>
            <a:br>
              <a:rPr lang="en"/>
            </a:br>
            <a:r>
              <a:rPr lang="en"/>
              <a:t>	print('no hiss')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#13 - Cold-puter Science</a:t>
            </a:r>
            <a:endParaRPr/>
          </a:p>
        </p:txBody>
      </p:sp>
      <p:sp>
        <p:nvSpPr>
          <p:cNvPr id="302" name="Google Shape;302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https://open.kattis.com/problems/cold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‘n’ numbers, count how many are less than 0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#13 - Cold-puter Science </a:t>
            </a:r>
            <a:endParaRPr/>
          </a:p>
        </p:txBody>
      </p:sp>
      <p:sp>
        <p:nvSpPr>
          <p:cNvPr id="308" name="Google Shape;308;p54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https://open.kattis.com/problems/cold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 = int(input())</a:t>
            </a:r>
            <a:br>
              <a:rPr lang="en"/>
            </a:br>
            <a:r>
              <a:rPr lang="en"/>
              <a:t>count = 0</a:t>
            </a:r>
            <a:br>
              <a:rPr lang="en"/>
            </a:br>
            <a:br>
              <a:rPr lang="en"/>
            </a:br>
            <a:r>
              <a:rPr lang="en"/>
              <a:t>for i in input().split():</a:t>
            </a:r>
            <a:br>
              <a:rPr lang="en"/>
            </a:br>
            <a:r>
              <a:rPr lang="en"/>
              <a:t>	temp = int(i)</a:t>
            </a:r>
            <a:br>
              <a:rPr lang="en"/>
            </a:br>
            <a:r>
              <a:rPr lang="en"/>
              <a:t>	if(temp &lt; 0):</a:t>
            </a:r>
            <a:br>
              <a:rPr lang="en"/>
            </a:br>
            <a:r>
              <a:rPr lang="en"/>
              <a:t>		count += 1</a:t>
            </a:r>
            <a:br>
              <a:rPr lang="en"/>
            </a:br>
            <a:br>
              <a:rPr lang="en"/>
            </a:br>
            <a:r>
              <a:rPr lang="en"/>
              <a:t>print(count)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#14 - Tarifa</a:t>
            </a:r>
            <a:endParaRPr/>
          </a:p>
        </p:txBody>
      </p:sp>
      <p:sp>
        <p:nvSpPr>
          <p:cNvPr id="314" name="Google Shape;31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https://open.kattis.com/problems/tarifa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#14 - Tarifa</a:t>
            </a:r>
            <a:endParaRPr/>
          </a:p>
        </p:txBody>
      </p:sp>
      <p:sp>
        <p:nvSpPr>
          <p:cNvPr id="320" name="Google Shape;320;p56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https://open.kattis.com/problems/tarifa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= int(input())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final = maximum</a:t>
            </a:r>
            <a:br>
              <a:rPr lang="en"/>
            </a:br>
            <a:br>
              <a:rPr lang="en"/>
            </a:br>
            <a:r>
              <a:rPr lang="en"/>
              <a:t>for i in range(count):</a:t>
            </a:r>
            <a:br>
              <a:rPr lang="en"/>
            </a:br>
            <a:r>
              <a:rPr lang="en"/>
              <a:t>	usage = int(input())</a:t>
            </a:r>
            <a:br>
              <a:rPr lang="en"/>
            </a:br>
            <a:r>
              <a:rPr lang="en"/>
              <a:t>	final -= usage</a:t>
            </a:r>
            <a:br>
              <a:rPr lang="en"/>
            </a:br>
            <a:r>
              <a:rPr lang="en"/>
              <a:t>	final += maximum</a:t>
            </a:r>
            <a:br>
              <a:rPr lang="en"/>
            </a:br>
            <a:br>
              <a:rPr lang="en"/>
            </a:br>
            <a:r>
              <a:rPr lang="en"/>
              <a:t>print(final)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#4</a:t>
            </a:r>
            <a:endParaRPr/>
          </a:p>
        </p:txBody>
      </p:sp>
      <p:sp>
        <p:nvSpPr>
          <p:cNvPr id="326" name="Google Shape;326;p5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Iteration continued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#15 - Line Them Up </a:t>
            </a:r>
            <a:endParaRPr/>
          </a:p>
        </p:txBody>
      </p:sp>
      <p:sp>
        <p:nvSpPr>
          <p:cNvPr id="332" name="Google Shape;332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https://open.kattis.com/problems/lineup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Check whether the input strings are arranged in increasing order, decreasing order, or neither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#15 - Line Them Up</a:t>
            </a:r>
            <a:endParaRPr/>
          </a:p>
        </p:txBody>
      </p:sp>
      <p:sp>
        <p:nvSpPr>
          <p:cNvPr id="338" name="Google Shape;338;p59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https://open.kattis.com/problems/lineup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= int(input())</a:t>
            </a:r>
            <a:br>
              <a:rPr lang="en"/>
            </a:br>
            <a:r>
              <a:rPr lang="en"/>
              <a:t>previous = ""</a:t>
            </a:r>
            <a:br>
              <a:rPr lang="en"/>
            </a:br>
            <a:r>
              <a:rPr lang="en"/>
              <a:t>increasingFlag = True</a:t>
            </a:r>
            <a:br>
              <a:rPr lang="en"/>
            </a:br>
            <a:r>
              <a:rPr lang="en"/>
              <a:t>decreasingFlag = True</a:t>
            </a:r>
            <a:br>
              <a:rPr lang="en"/>
            </a:b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current = input()</a:t>
            </a:r>
            <a:br>
              <a:rPr lang="en"/>
            </a:br>
            <a:r>
              <a:rPr lang="en"/>
              <a:t>	if(previous != ""):</a:t>
            </a:r>
            <a:br>
              <a:rPr lang="en"/>
            </a:br>
            <a:r>
              <a:rPr lang="en"/>
              <a:t>		if(current &lt; previous):</a:t>
            </a:r>
            <a:br>
              <a:rPr lang="en"/>
            </a:br>
            <a:r>
              <a:rPr lang="en"/>
              <a:t>			increasingFlag = False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#15 - Line Them Up contd.</a:t>
            </a:r>
            <a:endParaRPr/>
          </a:p>
        </p:txBody>
      </p:sp>
      <p:sp>
        <p:nvSpPr>
          <p:cNvPr id="344" name="Google Shape;344;p60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if(current &gt; previous):</a:t>
            </a:r>
            <a:br>
              <a:rPr lang="en"/>
            </a:br>
            <a:r>
              <a:rPr lang="en"/>
              <a:t>		decreasingFlag = False</a:t>
            </a:r>
            <a:br>
              <a:rPr lang="en"/>
            </a:br>
            <a:r>
              <a:rPr lang="en"/>
              <a:t>	previous = current</a:t>
            </a:r>
            <a:br>
              <a:rPr lang="en"/>
            </a:br>
            <a:br>
              <a:rPr lang="en"/>
            </a:br>
            <a:r>
              <a:rPr lang="en"/>
              <a:t>if(increasingFlag):</a:t>
            </a:r>
            <a:br>
              <a:rPr lang="en"/>
            </a:br>
            <a:r>
              <a:rPr lang="en"/>
              <a:t>	print("INCREASING")</a:t>
            </a:r>
            <a:br>
              <a:rPr lang="en"/>
            </a:br>
            <a:r>
              <a:rPr lang="en"/>
              <a:t>elif(decreasingFlag):</a:t>
            </a:r>
            <a:br>
              <a:rPr lang="en"/>
            </a:br>
            <a:r>
              <a:rPr lang="en"/>
              <a:t>	print("DECREASING")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print("NEITHER")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#16 - Cryptographer’s Conundrum </a:t>
            </a:r>
            <a:endParaRPr/>
          </a:p>
        </p:txBody>
      </p:sp>
      <p:sp>
        <p:nvSpPr>
          <p:cNvPr id="350" name="Google Shape;35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https://open.kattis.com/problems/conundrum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an input string ‘s’, check how many characters have to be replaced so that ‘s’ only contains ‘PER’ repeated some number of times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#16 - Cryptographer’s Conundrum</a:t>
            </a:r>
            <a:endParaRPr/>
          </a:p>
        </p:txBody>
      </p:sp>
      <p:sp>
        <p:nvSpPr>
          <p:cNvPr id="356" name="Google Shape;356;p62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https://open.kattis.com/problems/conundrum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cipher = input()</a:t>
            </a:r>
            <a:br>
              <a:rPr lang="en"/>
            </a:br>
            <a:r>
              <a:rPr lang="en"/>
              <a:t>replacement = "PER"</a:t>
            </a:r>
            <a:br>
              <a:rPr lang="en"/>
            </a:br>
            <a:r>
              <a:rPr lang="en"/>
              <a:t>replacementIndex = 0</a:t>
            </a:r>
            <a:br>
              <a:rPr lang="en"/>
            </a:br>
            <a:r>
              <a:rPr lang="en"/>
              <a:t>count = 0</a:t>
            </a:r>
            <a:br>
              <a:rPr lang="en"/>
            </a:br>
            <a:r>
              <a:rPr lang="en"/>
              <a:t>for index in range(len(cipher)):</a:t>
            </a:r>
            <a:br>
              <a:rPr lang="en"/>
            </a:br>
            <a:r>
              <a:rPr lang="en"/>
              <a:t>	if(cipher[index] != replacement[replacementIndex]):</a:t>
            </a:r>
            <a:br>
              <a:rPr lang="en"/>
            </a:br>
            <a:r>
              <a:rPr lang="en"/>
              <a:t>		count+=1</a:t>
            </a:r>
            <a:br>
              <a:rPr lang="en"/>
            </a:br>
            <a:r>
              <a:rPr lang="en"/>
              <a:t>	replacementIndex = (replacementIndex + 1) % 3 </a:t>
            </a:r>
            <a:br>
              <a:rPr lang="en"/>
            </a:br>
            <a:r>
              <a:rPr lang="en"/>
              <a:t>print(count)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#17 - </a:t>
            </a:r>
            <a:r>
              <a:rPr lang="en"/>
              <a:t>Apaxiaaaaaaaaaaaans!</a:t>
            </a:r>
            <a:endParaRPr/>
          </a:p>
        </p:txBody>
      </p:sp>
      <p:sp>
        <p:nvSpPr>
          <p:cNvPr id="362" name="Google Shape;362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https://open.kattis.com/problems/apaxiaaans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an input string ‘s’, if a character occurs 2 or more times consecutively, replace it with a single occurrence of that character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#17 - </a:t>
            </a:r>
            <a:r>
              <a:rPr lang="en"/>
              <a:t>Apaxiaaaaaaaaaaaans!</a:t>
            </a:r>
            <a:endParaRPr/>
          </a:p>
        </p:txBody>
      </p:sp>
      <p:sp>
        <p:nvSpPr>
          <p:cNvPr id="368" name="Google Shape;368;p64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https://open.kattis.com/problems/apaxiaaans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 = input()</a:t>
            </a:r>
            <a:br>
              <a:rPr lang="en"/>
            </a:br>
            <a:r>
              <a:rPr lang="en"/>
              <a:t>result = string[0]</a:t>
            </a:r>
            <a:br>
              <a:rPr lang="en"/>
            </a:br>
            <a:br>
              <a:rPr lang="en"/>
            </a:br>
            <a:r>
              <a:rPr lang="en"/>
              <a:t>for index in range(1, len(string)):</a:t>
            </a:r>
            <a:br>
              <a:rPr lang="en"/>
            </a:br>
            <a:r>
              <a:rPr lang="en"/>
              <a:t>	if(string[index] == result[-1]):</a:t>
            </a:r>
            <a:br>
              <a:rPr lang="en"/>
            </a:br>
            <a:r>
              <a:rPr lang="en"/>
              <a:t>		continue</a:t>
            </a:r>
            <a:br>
              <a:rPr lang="en"/>
            </a:br>
            <a:r>
              <a:rPr lang="en"/>
              <a:t>	result += string[index]</a:t>
            </a:r>
            <a:br>
              <a:rPr lang="en"/>
            </a:br>
            <a:br>
              <a:rPr lang="en"/>
            </a:br>
            <a:r>
              <a:rPr lang="en"/>
              <a:t>print(result)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#5</a:t>
            </a:r>
            <a:endParaRPr/>
          </a:p>
        </p:txBody>
      </p:sp>
      <p:sp>
        <p:nvSpPr>
          <p:cNvPr id="374" name="Google Shape;374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Iteration continued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#18 - FizzBuzz</a:t>
            </a:r>
            <a:endParaRPr/>
          </a:p>
        </p:txBody>
      </p:sp>
      <p:sp>
        <p:nvSpPr>
          <p:cNvPr id="380" name="Google Shape;380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https://open.kattis.com/problems/fizzbuzz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#18 - FizzBuzz</a:t>
            </a:r>
            <a:endParaRPr/>
          </a:p>
        </p:txBody>
      </p:sp>
      <p:sp>
        <p:nvSpPr>
          <p:cNvPr id="386" name="Google Shape;386;p6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https://open.kattis.com/problems/fizzbuzz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(x, y, n) = input().split()</a:t>
            </a:r>
            <a:br>
              <a:rPr lang="en"/>
            </a:br>
            <a:r>
              <a:rPr lang="en"/>
              <a:t>x = int(x)</a:t>
            </a:r>
            <a:br>
              <a:rPr lang="en"/>
            </a:br>
            <a:r>
              <a:rPr lang="en"/>
              <a:t>y = int(y)</a:t>
            </a:r>
            <a:br>
              <a:rPr lang="en"/>
            </a:br>
            <a:r>
              <a:rPr lang="en"/>
              <a:t>n = int(n)</a:t>
            </a:r>
            <a:br>
              <a:rPr lang="en"/>
            </a:br>
            <a:r>
              <a:rPr lang="en"/>
              <a:t>for i in range(1, n + 1):</a:t>
            </a:r>
            <a:br>
              <a:rPr lang="en"/>
            </a:br>
            <a:r>
              <a:rPr lang="en"/>
              <a:t>	if(i % x == 0 and i % y == 0):</a:t>
            </a:r>
            <a:br>
              <a:rPr lang="en"/>
            </a:br>
            <a:r>
              <a:rPr lang="en"/>
              <a:t>		print("FizzBuzz")</a:t>
            </a:r>
            <a:br>
              <a:rPr lang="en"/>
            </a:br>
            <a:r>
              <a:rPr lang="en"/>
              <a:t>	elif(i % x == 0):</a:t>
            </a:r>
            <a:br>
              <a:rPr lang="en"/>
            </a:br>
            <a:r>
              <a:rPr lang="en"/>
              <a:t>		print("Fizz")</a:t>
            </a:r>
            <a:br>
              <a:rPr lang="en"/>
            </a:br>
            <a:r>
              <a:rPr lang="en"/>
              <a:t>	elif(i % y == 0):</a:t>
            </a:r>
            <a:br>
              <a:rPr lang="en"/>
            </a:br>
            <a:r>
              <a:rPr lang="en"/>
              <a:t>		print("Buzz")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print(i)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#19 - Harshad Numbers</a:t>
            </a:r>
            <a:endParaRPr/>
          </a:p>
        </p:txBody>
      </p:sp>
      <p:sp>
        <p:nvSpPr>
          <p:cNvPr id="392" name="Google Shape;392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https://open.kattis.com/problems/harshadnumbers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Harshad Number : a number which is divisible by the sum of its digits. Eg: 24 is divisible by 6 (2 + 4 = 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number n as input, find the smallest Harshad Number greater than or equal to n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#19 - Harshad Numbers</a:t>
            </a:r>
            <a:endParaRPr/>
          </a:p>
        </p:txBody>
      </p:sp>
      <p:sp>
        <p:nvSpPr>
          <p:cNvPr id="398" name="Google Shape;398;p69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https://open.kattis.com/problems/harshadnumbers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 = int(input())</a:t>
            </a:r>
            <a:br>
              <a:rPr lang="en"/>
            </a:br>
            <a:r>
              <a:rPr lang="en"/>
              <a:t>while(True):</a:t>
            </a:r>
            <a:br>
              <a:rPr lang="en"/>
            </a:br>
            <a:r>
              <a:rPr lang="en"/>
              <a:t>	copy = num</a:t>
            </a:r>
            <a:br>
              <a:rPr lang="en"/>
            </a:br>
            <a:r>
              <a:rPr lang="en"/>
              <a:t>	digitSum = 0</a:t>
            </a:r>
            <a:br>
              <a:rPr lang="en"/>
            </a:br>
            <a:r>
              <a:rPr lang="en"/>
              <a:t>	while(copy != 0):</a:t>
            </a:r>
            <a:br>
              <a:rPr lang="en"/>
            </a:br>
            <a:r>
              <a:rPr lang="en"/>
              <a:t>		digit = copy % 10</a:t>
            </a:r>
            <a:br>
              <a:rPr lang="en"/>
            </a:br>
            <a:r>
              <a:rPr lang="en"/>
              <a:t>		digitSum += digit</a:t>
            </a:r>
            <a:br>
              <a:rPr lang="en"/>
            </a:br>
            <a:r>
              <a:rPr lang="en"/>
              <a:t>		copy = copy // 10</a:t>
            </a:r>
            <a:br>
              <a:rPr lang="en"/>
            </a:br>
            <a:r>
              <a:rPr lang="en"/>
              <a:t>	if(num % digitSum == 0):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	num += 1</a:t>
            </a:r>
            <a:br>
              <a:rPr lang="en"/>
            </a:br>
            <a:r>
              <a:rPr lang="en"/>
              <a:t>print(num)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#20 - Trik</a:t>
            </a:r>
            <a:endParaRPr/>
          </a:p>
        </p:txBody>
      </p:sp>
      <p:sp>
        <p:nvSpPr>
          <p:cNvPr id="404" name="Google Shape;404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https://open.kattis.com/problems/trik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#20 - Trik</a:t>
            </a:r>
            <a:endParaRPr/>
          </a:p>
        </p:txBody>
      </p:sp>
      <p:sp>
        <p:nvSpPr>
          <p:cNvPr id="410" name="Google Shape;410;p7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https://open.kattis.com/problems/trik</a:t>
            </a:r>
            <a:br>
              <a:rPr lang="en"/>
            </a:b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moves = input()</a:t>
            </a:r>
            <a:br>
              <a:rPr lang="en"/>
            </a:br>
            <a:r>
              <a:rPr lang="en"/>
              <a:t>position = 1</a:t>
            </a:r>
            <a:br>
              <a:rPr lang="en"/>
            </a:br>
            <a:r>
              <a:rPr lang="en"/>
              <a:t>for move in moves:</a:t>
            </a:r>
            <a:br>
              <a:rPr lang="en"/>
            </a:br>
            <a:r>
              <a:rPr lang="en"/>
              <a:t>	if move == 'A':</a:t>
            </a:r>
            <a:br>
              <a:rPr lang="en"/>
            </a:br>
            <a:r>
              <a:rPr lang="en"/>
              <a:t>		if position == 1:</a:t>
            </a:r>
            <a:br>
              <a:rPr lang="en"/>
            </a:br>
            <a:r>
              <a:rPr lang="en"/>
              <a:t>			position = 2</a:t>
            </a:r>
            <a:br>
              <a:rPr lang="en"/>
            </a:br>
            <a:r>
              <a:rPr lang="en"/>
              <a:t>		elif position == 2:</a:t>
            </a:r>
            <a:br>
              <a:rPr lang="en"/>
            </a:br>
            <a:r>
              <a:rPr lang="en"/>
              <a:t>			position = 1</a:t>
            </a:r>
            <a:br>
              <a:rPr lang="en"/>
            </a:br>
            <a:r>
              <a:rPr lang="en"/>
              <a:t>	if move == 'B':</a:t>
            </a:r>
            <a:br>
              <a:rPr lang="en"/>
            </a:br>
            <a:r>
              <a:rPr lang="en"/>
              <a:t>		if position == 2:</a:t>
            </a:r>
            <a:br>
              <a:rPr lang="en"/>
            </a:br>
            <a:r>
              <a:rPr lang="en"/>
              <a:t>			position = 3</a:t>
            </a:r>
            <a:br>
              <a:rPr lang="en"/>
            </a:br>
            <a:r>
              <a:rPr lang="en"/>
              <a:t>		elif position == 3:</a:t>
            </a:r>
            <a:br>
              <a:rPr lang="en"/>
            </a:br>
            <a:r>
              <a:rPr lang="en"/>
              <a:t>			position = 2</a:t>
            </a:r>
            <a:br>
              <a:rPr lang="en"/>
            </a:br>
            <a:r>
              <a:rPr lang="en"/>
              <a:t>	if move == 'C':</a:t>
            </a:r>
            <a:br>
              <a:rPr lang="en"/>
            </a:br>
            <a:r>
              <a:rPr lang="en"/>
              <a:t>		if position == 1:</a:t>
            </a:r>
            <a:br>
              <a:rPr lang="en"/>
            </a:br>
            <a:r>
              <a:rPr lang="en"/>
              <a:t>			position = 3</a:t>
            </a:r>
            <a:br>
              <a:rPr lang="en"/>
            </a:br>
            <a:r>
              <a:rPr lang="en"/>
              <a:t>		elif position == 3:</a:t>
            </a:r>
            <a:br>
              <a:rPr lang="en"/>
            </a:br>
            <a:r>
              <a:rPr lang="en"/>
              <a:t>			position = 1</a:t>
            </a:r>
            <a:br>
              <a:rPr lang="en"/>
            </a:br>
            <a:r>
              <a:rPr lang="en"/>
              <a:t>print(position)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#21 - Filip</a:t>
            </a:r>
            <a:endParaRPr/>
          </a:p>
        </p:txBody>
      </p:sp>
      <p:sp>
        <p:nvSpPr>
          <p:cNvPr id="416" name="Google Shape;416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https://open.kattis.com/problems/filip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2 numbers, reverse both numbers and check which of the reversed numbers is larger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#21 - Filip</a:t>
            </a:r>
            <a:endParaRPr/>
          </a:p>
        </p:txBody>
      </p:sp>
      <p:sp>
        <p:nvSpPr>
          <p:cNvPr id="422" name="Google Shape;422;p73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https://open.kattis.com/problems/filip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(x, y) = input().split()</a:t>
            </a:r>
            <a:br>
              <a:rPr lang="en"/>
            </a:br>
            <a:r>
              <a:rPr lang="en"/>
              <a:t>revX = ""</a:t>
            </a:r>
            <a:br>
              <a:rPr lang="en"/>
            </a:br>
            <a:r>
              <a:rPr lang="en"/>
              <a:t>revY = ""</a:t>
            </a:r>
            <a:br>
              <a:rPr lang="en"/>
            </a:br>
            <a:r>
              <a:rPr lang="en"/>
              <a:t>for char in x:</a:t>
            </a:r>
            <a:br>
              <a:rPr lang="en"/>
            </a:br>
            <a:r>
              <a:rPr lang="en"/>
              <a:t>	revX = char + revX</a:t>
            </a:r>
            <a:br>
              <a:rPr lang="en"/>
            </a:br>
            <a:r>
              <a:rPr lang="en"/>
              <a:t>for char in y:</a:t>
            </a:r>
            <a:br>
              <a:rPr lang="en"/>
            </a:br>
            <a:r>
              <a:rPr lang="en"/>
              <a:t>	revY = char + revY</a:t>
            </a:r>
            <a:br>
              <a:rPr lang="en"/>
            </a:br>
            <a:r>
              <a:rPr lang="en"/>
              <a:t>if(revX &gt; revY):</a:t>
            </a:r>
            <a:br>
              <a:rPr lang="en"/>
            </a:br>
            <a:r>
              <a:rPr lang="en"/>
              <a:t>	print(revX)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print(revY)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#22</a:t>
            </a:r>
            <a:r>
              <a:rPr lang="en"/>
              <a:t> - Oddities</a:t>
            </a:r>
            <a:endParaRPr/>
          </a:p>
        </p:txBody>
      </p:sp>
      <p:sp>
        <p:nvSpPr>
          <p:cNvPr id="428" name="Google Shape;428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https://open.kattis.com/problems/oddities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n numbers, print whether each number is even or odd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#22 </a:t>
            </a:r>
            <a:r>
              <a:rPr lang="en"/>
              <a:t>- Oddities</a:t>
            </a:r>
            <a:endParaRPr/>
          </a:p>
        </p:txBody>
      </p:sp>
      <p:sp>
        <p:nvSpPr>
          <p:cNvPr id="434" name="Google Shape;434;p75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https://open.kattis.com/problems/oddities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int(input())</a:t>
            </a:r>
            <a:br>
              <a:rPr lang="en"/>
            </a:br>
            <a:r>
              <a:rPr lang="en"/>
              <a:t>outputString = ""</a:t>
            </a:r>
            <a:br>
              <a:rPr lang="en"/>
            </a:br>
            <a:br>
              <a:rPr lang="en"/>
            </a:br>
            <a:r>
              <a:rPr lang="en"/>
              <a:t>for i in range(n):</a:t>
            </a:r>
            <a:br>
              <a:rPr lang="en"/>
            </a:br>
            <a:r>
              <a:rPr lang="en"/>
              <a:t>	num = int(input())</a:t>
            </a:r>
            <a:br>
              <a:rPr lang="en"/>
            </a:br>
            <a:r>
              <a:rPr lang="en"/>
              <a:t>	if(num % 2 == 0):</a:t>
            </a:r>
            <a:br>
              <a:rPr lang="en"/>
            </a:br>
            <a:r>
              <a:rPr lang="en"/>
              <a:t>		newString = str(num) + " is even \n"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newString = str(num) + " is odd \n"</a:t>
            </a:r>
            <a:br>
              <a:rPr lang="en"/>
            </a:br>
            <a:r>
              <a:rPr lang="en"/>
              <a:t>	outputString += newString</a:t>
            </a:r>
            <a:br>
              <a:rPr lang="en"/>
            </a:br>
            <a:br>
              <a:rPr lang="en"/>
            </a:br>
            <a:r>
              <a:rPr lang="en"/>
              <a:t>print(outputString)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</a:t>
            </a:r>
            <a:r>
              <a:rPr lang="en"/>
              <a:t>Problem #3 - Soda Slurper</a:t>
            </a:r>
            <a:endParaRPr/>
          </a:p>
        </p:txBody>
      </p:sp>
      <p:sp>
        <p:nvSpPr>
          <p:cNvPr id="440" name="Google Shape;440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https://open.kattis.com/problems/sodaslurper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 </a:t>
            </a:r>
            <a:r>
              <a:rPr lang="en"/>
              <a:t>#3 </a:t>
            </a:r>
            <a:r>
              <a:rPr lang="en"/>
              <a:t>Solution</a:t>
            </a:r>
            <a:r>
              <a:rPr lang="en"/>
              <a:t> - Soda Slurper</a:t>
            </a:r>
            <a:endParaRPr/>
          </a:p>
        </p:txBody>
      </p:sp>
      <p:sp>
        <p:nvSpPr>
          <p:cNvPr id="446" name="Google Shape;446;p77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https://open.kattis.com/problems/sodaslurper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(e, f, c) = input().split()</a:t>
            </a:r>
            <a:br>
              <a:rPr lang="en"/>
            </a:br>
            <a:r>
              <a:rPr lang="en"/>
              <a:t>e = int(e)</a:t>
            </a:r>
            <a:br>
              <a:rPr lang="en"/>
            </a:br>
            <a:r>
              <a:rPr lang="en"/>
              <a:t>f = int(f)</a:t>
            </a:r>
            <a:br>
              <a:rPr lang="en"/>
            </a:br>
            <a:r>
              <a:rPr lang="en"/>
              <a:t>c = int(c)</a:t>
            </a:r>
            <a:br>
              <a:rPr lang="en"/>
            </a:br>
            <a:r>
              <a:rPr lang="en"/>
              <a:t>count = 0</a:t>
            </a:r>
            <a:br>
              <a:rPr lang="en"/>
            </a:br>
            <a:r>
              <a:rPr lang="en"/>
              <a:t>total = e + f</a:t>
            </a:r>
            <a:br>
              <a:rPr lang="en"/>
            </a:br>
            <a:r>
              <a:rPr lang="en"/>
              <a:t>while total &gt; 0:</a:t>
            </a:r>
            <a:br>
              <a:rPr lang="en"/>
            </a:br>
            <a:r>
              <a:rPr lang="en"/>
              <a:t>	bottles = total // c</a:t>
            </a:r>
            <a:br>
              <a:rPr lang="en"/>
            </a:br>
            <a:r>
              <a:rPr lang="en"/>
              <a:t>	count += bottles</a:t>
            </a:r>
            <a:br>
              <a:rPr lang="en"/>
            </a:br>
            <a:r>
              <a:rPr lang="en"/>
              <a:t>	total = total - (bottles * c) + bottles</a:t>
            </a:r>
            <a:br>
              <a:rPr lang="en"/>
            </a:br>
            <a:r>
              <a:rPr lang="en"/>
              <a:t>	if(bottles == 0):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print(count)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#6</a:t>
            </a:r>
            <a:endParaRPr/>
          </a:p>
        </p:txBody>
      </p:sp>
      <p:sp>
        <p:nvSpPr>
          <p:cNvPr id="452" name="Google Shape;452;p78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 and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Named sequence of statements that performs some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reusability and modularity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user-defined or built-in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</a:t>
            </a:r>
            <a:r>
              <a:rPr lang="en"/>
              <a:t>uses dot operator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 typically do not modify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Methods may modify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are not executed until they are ‘called’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Parameters - placeholders in function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Arguments - actual values that get passed to the function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#23 - Reversed Binary Numbers</a:t>
            </a:r>
            <a:endParaRPr/>
          </a:p>
        </p:txBody>
      </p:sp>
      <p:sp>
        <p:nvSpPr>
          <p:cNvPr id="458" name="Google Shape;458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https://open.kattis.com/problems/reversebinary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 number n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Convert it into binary form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Reverse the binary form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Convert it back into decimal form and print it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#23 - Reversed Binary Numbers</a:t>
            </a:r>
            <a:endParaRPr/>
          </a:p>
        </p:txBody>
      </p:sp>
      <p:sp>
        <p:nvSpPr>
          <p:cNvPr id="464" name="Google Shape;464;p80"/>
          <p:cNvSpPr txBox="1"/>
          <p:nvPr>
            <p:ph idx="1" type="body"/>
          </p:nvPr>
        </p:nvSpPr>
        <p:spPr>
          <a:xfrm>
            <a:off x="311700" y="11115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https://open.kattis.com/problems/reversebinary</a:t>
            </a:r>
            <a:br>
              <a:rPr lang="en"/>
            </a:b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getBinaryRepresentation(number):</a:t>
            </a:r>
            <a:br>
              <a:rPr lang="en"/>
            </a:br>
            <a:r>
              <a:rPr lang="en"/>
              <a:t>	result = bin(number)</a:t>
            </a:r>
            <a:br>
              <a:rPr lang="en"/>
            </a:br>
            <a:r>
              <a:rPr lang="en"/>
              <a:t>	result = result.replace("0b", "")</a:t>
            </a:r>
            <a:br>
              <a:rPr lang="en"/>
            </a:br>
            <a:r>
              <a:rPr lang="en"/>
              <a:t>	return result</a:t>
            </a:r>
            <a:br>
              <a:rPr lang="en"/>
            </a:br>
            <a:r>
              <a:rPr lang="en"/>
              <a:t>def getDecimalRepresentation(number):</a:t>
            </a:r>
            <a:br>
              <a:rPr lang="en"/>
            </a:br>
            <a:r>
              <a:rPr lang="en"/>
              <a:t>	result = int(number, 2)</a:t>
            </a:r>
            <a:br>
              <a:rPr lang="en"/>
            </a:br>
            <a:r>
              <a:rPr lang="en"/>
              <a:t>	return result</a:t>
            </a:r>
            <a:br>
              <a:rPr lang="en"/>
            </a:br>
            <a:r>
              <a:rPr lang="en"/>
              <a:t>def reverseString(data):</a:t>
            </a:r>
            <a:br>
              <a:rPr lang="en"/>
            </a:br>
            <a:r>
              <a:rPr lang="en"/>
              <a:t>	result = ""</a:t>
            </a:r>
            <a:br>
              <a:rPr lang="en"/>
            </a:br>
            <a:r>
              <a:rPr lang="en"/>
              <a:t>	for char in data:</a:t>
            </a:r>
            <a:br>
              <a:rPr lang="en"/>
            </a:br>
            <a:r>
              <a:rPr lang="en"/>
              <a:t>		result = char + result</a:t>
            </a:r>
            <a:br>
              <a:rPr lang="en"/>
            </a:br>
            <a:r>
              <a:rPr lang="en"/>
              <a:t>	return result</a:t>
            </a:r>
            <a:br>
              <a:rPr lang="en"/>
            </a:br>
            <a:r>
              <a:rPr lang="en"/>
              <a:t>n = int(input())</a:t>
            </a:r>
            <a:br>
              <a:rPr lang="en"/>
            </a:br>
            <a:r>
              <a:rPr lang="en"/>
              <a:t>binary = getBinaryRepresentation(n)</a:t>
            </a:r>
            <a:br>
              <a:rPr lang="en"/>
            </a:br>
            <a:r>
              <a:rPr lang="en"/>
              <a:t>binary = reverseString(binary)</a:t>
            </a:r>
            <a:br>
              <a:rPr lang="en"/>
            </a:br>
            <a:r>
              <a:rPr lang="en"/>
              <a:t>print(getDecimalRepresentation(binary))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#24 - Basic Calculator</a:t>
            </a:r>
            <a:endParaRPr/>
          </a:p>
        </p:txBody>
      </p:sp>
      <p:sp>
        <p:nvSpPr>
          <p:cNvPr id="470" name="Google Shape;470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2 numbers x and y, and an operator o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Apply the operator to the 2 numbers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Operator may be +, -, %, /, *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#24 - Basic Calculator</a:t>
            </a:r>
            <a:endParaRPr/>
          </a:p>
        </p:txBody>
      </p:sp>
      <p:sp>
        <p:nvSpPr>
          <p:cNvPr id="476" name="Google Shape;476;p82"/>
          <p:cNvSpPr txBox="1"/>
          <p:nvPr>
            <p:ph idx="1" type="body"/>
          </p:nvPr>
        </p:nvSpPr>
        <p:spPr>
          <a:xfrm>
            <a:off x="311700" y="11115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applyOperator(x, y, o):</a:t>
            </a:r>
            <a:br>
              <a:rPr lang="en"/>
            </a:br>
            <a:r>
              <a:rPr lang="en"/>
              <a:t>	if(o == '+'):</a:t>
            </a:r>
            <a:br>
              <a:rPr lang="en"/>
            </a:br>
            <a:r>
              <a:rPr lang="en"/>
              <a:t>		return x + y</a:t>
            </a:r>
            <a:br>
              <a:rPr lang="en"/>
            </a:br>
            <a:r>
              <a:rPr lang="en"/>
              <a:t>	elif(o == '-'):</a:t>
            </a:r>
            <a:br>
              <a:rPr lang="en"/>
            </a:br>
            <a:r>
              <a:rPr lang="en"/>
              <a:t>		return x - y</a:t>
            </a:r>
            <a:br>
              <a:rPr lang="en"/>
            </a:br>
            <a:r>
              <a:rPr lang="en"/>
              <a:t>	elif(o == '/'):</a:t>
            </a:r>
            <a:br>
              <a:rPr lang="en"/>
            </a:br>
            <a:r>
              <a:rPr lang="en"/>
              <a:t>		return x / y</a:t>
            </a:r>
            <a:br>
              <a:rPr lang="en"/>
            </a:br>
            <a:r>
              <a:rPr lang="en"/>
              <a:t>	elif(o == '*'):</a:t>
            </a:r>
            <a:br>
              <a:rPr lang="en"/>
            </a:br>
            <a:r>
              <a:rPr lang="en"/>
              <a:t>		return x * y</a:t>
            </a:r>
            <a:br>
              <a:rPr lang="en"/>
            </a:br>
            <a:r>
              <a:rPr lang="en"/>
              <a:t>	elif(o == '%'):</a:t>
            </a:r>
            <a:br>
              <a:rPr lang="en"/>
            </a:br>
            <a:r>
              <a:rPr lang="en"/>
              <a:t>		return x % y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#24 - Basic Calculator contd.</a:t>
            </a:r>
            <a:endParaRPr/>
          </a:p>
        </p:txBody>
      </p:sp>
      <p:sp>
        <p:nvSpPr>
          <p:cNvPr id="482" name="Google Shape;482;p83"/>
          <p:cNvSpPr txBox="1"/>
          <p:nvPr>
            <p:ph idx="1" type="body"/>
          </p:nvPr>
        </p:nvSpPr>
        <p:spPr>
          <a:xfrm>
            <a:off x="311700" y="11115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validateOperator(o):</a:t>
            </a:r>
            <a:br>
              <a:rPr lang="en"/>
            </a:br>
            <a:r>
              <a:rPr lang="en"/>
              <a:t>	if(o == '+' or o == '-' or o == '/' or o == '%' or o == '*'):</a:t>
            </a:r>
            <a:br>
              <a:rPr lang="en"/>
            </a:br>
            <a:r>
              <a:rPr lang="en"/>
              <a:t>		return True</a:t>
            </a:r>
            <a:br>
              <a:rPr lang="en"/>
            </a:br>
            <a:r>
              <a:rPr lang="en"/>
              <a:t>	return False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(x, y, o) = input().split()</a:t>
            </a:r>
            <a:br>
              <a:rPr lang="en"/>
            </a:br>
            <a:r>
              <a:rPr lang="en"/>
              <a:t>x = int(x)</a:t>
            </a:r>
            <a:br>
              <a:rPr lang="en"/>
            </a:br>
            <a:r>
              <a:rPr lang="en"/>
              <a:t>y = int(y)</a:t>
            </a:r>
            <a:br>
              <a:rPr lang="en"/>
            </a:br>
            <a:r>
              <a:rPr lang="en"/>
              <a:t>if(validateOperator(o)):</a:t>
            </a:r>
            <a:br>
              <a:rPr lang="en"/>
            </a:br>
            <a:r>
              <a:rPr lang="en"/>
              <a:t>	print(applyOperator(x, y, o))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print("Invalid Operator")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</a:t>
            </a:r>
            <a:r>
              <a:rPr lang="en"/>
              <a:t> June, 2021 - Session #7</a:t>
            </a:r>
            <a:endParaRPr/>
          </a:p>
        </p:txBody>
      </p:sp>
      <p:sp>
        <p:nvSpPr>
          <p:cNvPr id="488" name="Google Shape;488;p84"/>
          <p:cNvSpPr txBox="1"/>
          <p:nvPr>
            <p:ph idx="1" type="body"/>
          </p:nvPr>
        </p:nvSpPr>
        <p:spPr>
          <a:xfrm>
            <a:off x="311700" y="11524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 continued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#25 - Hanging Out On The Terrace</a:t>
            </a:r>
            <a:endParaRPr/>
          </a:p>
        </p:txBody>
      </p:sp>
      <p:sp>
        <p:nvSpPr>
          <p:cNvPr id="494" name="Google Shape;494;p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https://open.kattis.com/problems/hangingout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#25 - Hanging Out On The Terrace</a:t>
            </a:r>
            <a:endParaRPr/>
          </a:p>
        </p:txBody>
      </p:sp>
      <p:sp>
        <p:nvSpPr>
          <p:cNvPr id="500" name="Google Shape;500;p86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https://open.kattis.com/problems/hangingout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checkTerrace(action, number, maximum, current):</a:t>
            </a:r>
            <a:br>
              <a:rPr lang="en"/>
            </a:br>
            <a:r>
              <a:rPr lang="en"/>
              <a:t>	result = 0</a:t>
            </a:r>
            <a:br>
              <a:rPr lang="en"/>
            </a:br>
            <a:r>
              <a:rPr lang="en"/>
              <a:t>	if(action == 'enter'):</a:t>
            </a:r>
            <a:br>
              <a:rPr lang="en"/>
            </a:br>
            <a:r>
              <a:rPr lang="en"/>
              <a:t>		if(current + int(number) &gt; maximum):</a:t>
            </a:r>
            <a:br>
              <a:rPr lang="en"/>
            </a:br>
            <a:r>
              <a:rPr lang="en"/>
              <a:t>			result = 1</a:t>
            </a:r>
            <a:br>
              <a:rPr lang="en"/>
            </a:br>
            <a:r>
              <a:rPr lang="en"/>
              <a:t>		else:</a:t>
            </a:r>
            <a:br>
              <a:rPr lang="en"/>
            </a:br>
            <a:r>
              <a:rPr lang="en"/>
              <a:t>			current += int(number)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current -= int(number)</a:t>
            </a:r>
            <a:br>
              <a:rPr lang="en"/>
            </a:br>
            <a:r>
              <a:rPr lang="en"/>
              <a:t>	return (result, current)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#25 - Hanging Out On The Terrace contd.</a:t>
            </a:r>
            <a:endParaRPr/>
          </a:p>
        </p:txBody>
      </p:sp>
      <p:sp>
        <p:nvSpPr>
          <p:cNvPr id="506" name="Google Shape;506;p8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(maximum, count) = input().split()</a:t>
            </a:r>
            <a:br>
              <a:rPr lang="en"/>
            </a:br>
            <a:r>
              <a:rPr lang="en"/>
              <a:t>maximum = int(maximum)</a:t>
            </a:r>
            <a:br>
              <a:rPr lang="en"/>
            </a:br>
            <a:r>
              <a:rPr lang="en"/>
              <a:t>count = int(count)</a:t>
            </a:r>
            <a:br>
              <a:rPr lang="en"/>
            </a:br>
            <a:r>
              <a:rPr lang="en"/>
              <a:t>result = 0</a:t>
            </a:r>
            <a:br>
              <a:rPr lang="en"/>
            </a:br>
            <a:r>
              <a:rPr lang="en"/>
              <a:t>current = 0</a:t>
            </a:r>
            <a:br>
              <a:rPr lang="en"/>
            </a:br>
            <a:br>
              <a:rPr lang="en"/>
            </a:br>
            <a:r>
              <a:rPr lang="en"/>
              <a:t>for index in range(count):</a:t>
            </a:r>
            <a:br>
              <a:rPr lang="en"/>
            </a:br>
            <a:r>
              <a:rPr lang="en"/>
              <a:t>	(action, number) = input().split()</a:t>
            </a:r>
            <a:br>
              <a:rPr lang="en"/>
            </a:br>
            <a:r>
              <a:rPr lang="en"/>
              <a:t>	(leaveCount, current) = checkTerrace(action, number, maximum, current)</a:t>
            </a:r>
            <a:br>
              <a:rPr lang="en"/>
            </a:br>
            <a:r>
              <a:rPr lang="en"/>
              <a:t>	result += leaveCount</a:t>
            </a:r>
            <a:br>
              <a:rPr lang="en"/>
            </a:br>
            <a:br>
              <a:rPr lang="en"/>
            </a:br>
            <a:r>
              <a:rPr lang="en"/>
              <a:t>print(result)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#26 - Nasty Hacks</a:t>
            </a:r>
            <a:endParaRPr/>
          </a:p>
        </p:txBody>
      </p:sp>
      <p:sp>
        <p:nvSpPr>
          <p:cNvPr id="512" name="Google Shape;512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https://open.kattis.com/problems/nastyhacks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3 numbers r, e, and c;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whether r is greater than, less than, or equal to (e - c)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#26 - Nasty Hacks</a:t>
            </a:r>
            <a:endParaRPr/>
          </a:p>
        </p:txBody>
      </p:sp>
      <p:sp>
        <p:nvSpPr>
          <p:cNvPr id="518" name="Google Shape;518;p89"/>
          <p:cNvSpPr txBox="1"/>
          <p:nvPr>
            <p:ph idx="1" type="body"/>
          </p:nvPr>
        </p:nvSpPr>
        <p:spPr>
          <a:xfrm>
            <a:off x="311700" y="11933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https://open.kattis.com/problems/nastyhacks</a:t>
            </a:r>
            <a:br>
              <a:rPr lang="en"/>
            </a:b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checkRevenue(r, e, c):</a:t>
            </a:r>
            <a:br>
              <a:rPr lang="en"/>
            </a:br>
            <a:r>
              <a:rPr lang="en"/>
              <a:t>	if(r == (e - c)):</a:t>
            </a:r>
            <a:br>
              <a:rPr lang="en"/>
            </a:br>
            <a:r>
              <a:rPr lang="en"/>
              <a:t>		return "does not matter\n"</a:t>
            </a:r>
            <a:br>
              <a:rPr lang="en"/>
            </a:br>
            <a:r>
              <a:rPr lang="en"/>
              <a:t>	if(r &gt; (e - c)):</a:t>
            </a:r>
            <a:br>
              <a:rPr lang="en"/>
            </a:br>
            <a:r>
              <a:rPr lang="en"/>
              <a:t>		return "do not advertise\n"</a:t>
            </a:r>
            <a:br>
              <a:rPr lang="en"/>
            </a:br>
            <a:r>
              <a:rPr lang="en"/>
              <a:t>	if(r &lt; (e - c)):</a:t>
            </a:r>
            <a:br>
              <a:rPr lang="en"/>
            </a:br>
            <a:r>
              <a:rPr lang="en"/>
              <a:t>		return "advertise\n"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result = ""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(r, e, c) = input().split()</a:t>
            </a:r>
            <a:br>
              <a:rPr lang="en"/>
            </a:br>
            <a:r>
              <a:rPr lang="en"/>
              <a:t>	r = int(r)</a:t>
            </a:r>
            <a:br>
              <a:rPr lang="en"/>
            </a:br>
            <a:r>
              <a:rPr lang="en"/>
              <a:t>	e = int(e)</a:t>
            </a:r>
            <a:br>
              <a:rPr lang="en"/>
            </a:br>
            <a:r>
              <a:rPr lang="en"/>
              <a:t>	c = int(c)</a:t>
            </a:r>
            <a:br>
              <a:rPr lang="en"/>
            </a:br>
            <a:r>
              <a:rPr lang="en"/>
              <a:t>	result  = result + checkRevenue(r, e, c)</a:t>
            </a:r>
            <a:br>
              <a:rPr lang="en"/>
            </a:br>
            <a:r>
              <a:rPr lang="en"/>
              <a:t>print(result.rstrip(result[-1]))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#27 - Leap Year</a:t>
            </a:r>
            <a:endParaRPr/>
          </a:p>
        </p:txBody>
      </p:sp>
      <p:sp>
        <p:nvSpPr>
          <p:cNvPr id="524" name="Google Shape;524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https://www.hackerrank.com/challenges/write-a-function/problem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 year as input, check whether it is a leap year or not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#27 - Leap Year</a:t>
            </a:r>
            <a:endParaRPr/>
          </a:p>
        </p:txBody>
      </p:sp>
      <p:sp>
        <p:nvSpPr>
          <p:cNvPr id="530" name="Google Shape;530;p91"/>
          <p:cNvSpPr txBox="1"/>
          <p:nvPr>
            <p:ph idx="1" type="body"/>
          </p:nvPr>
        </p:nvSpPr>
        <p:spPr>
          <a:xfrm>
            <a:off x="311700" y="11933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https://www.hackerrank.com/challenges/write-a-function/problem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is_leap(year):</a:t>
            </a:r>
            <a:br>
              <a:rPr lang="en"/>
            </a:br>
            <a:r>
              <a:rPr lang="en"/>
              <a:t>	if(year % 4 == 0):</a:t>
            </a:r>
            <a:br>
              <a:rPr lang="en"/>
            </a:br>
            <a:r>
              <a:rPr lang="en"/>
              <a:t>		if(year % 100 == 0):</a:t>
            </a:r>
            <a:br>
              <a:rPr lang="en"/>
            </a:br>
            <a:r>
              <a:rPr lang="en"/>
              <a:t>			if(year % 400 == 0):</a:t>
            </a:r>
            <a:br>
              <a:rPr lang="en"/>
            </a:br>
            <a:r>
              <a:rPr lang="en"/>
              <a:t>				return True</a:t>
            </a:r>
            <a:br>
              <a:rPr lang="en"/>
            </a:br>
            <a:r>
              <a:rPr lang="en"/>
              <a:t>			return False</a:t>
            </a:r>
            <a:br>
              <a:rPr lang="en"/>
            </a:br>
            <a:r>
              <a:rPr lang="en"/>
              <a:t>		return True</a:t>
            </a:r>
            <a:br>
              <a:rPr lang="en"/>
            </a:br>
            <a:r>
              <a:rPr lang="en"/>
              <a:t>	return False</a:t>
            </a:r>
            <a:br>
              <a:rPr lang="en"/>
            </a:br>
            <a:br>
              <a:rPr lang="en"/>
            </a:br>
            <a:r>
              <a:rPr lang="en"/>
              <a:t>year = int(input())</a:t>
            </a:r>
            <a:br>
              <a:rPr lang="en"/>
            </a:br>
            <a:r>
              <a:rPr lang="en"/>
              <a:t>print(is_leap(year))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</a:t>
            </a:r>
            <a:r>
              <a:rPr lang="en"/>
              <a:t>Problem #4 - One Chicken Per Person!</a:t>
            </a:r>
            <a:endParaRPr/>
          </a:p>
        </p:txBody>
      </p:sp>
      <p:sp>
        <p:nvSpPr>
          <p:cNvPr id="536" name="Google Shape;536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https://open.kattis.com/problems/onechicken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3"/>
          <p:cNvSpPr txBox="1"/>
          <p:nvPr>
            <p:ph type="title"/>
          </p:nvPr>
        </p:nvSpPr>
        <p:spPr>
          <a:xfrm>
            <a:off x="311700" y="445025"/>
            <a:ext cx="8520600" cy="9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 #4 Solution</a:t>
            </a:r>
            <a:r>
              <a:rPr lang="en"/>
              <a:t> - One Chicken Per Person!</a:t>
            </a:r>
            <a:endParaRPr/>
          </a:p>
        </p:txBody>
      </p:sp>
      <p:sp>
        <p:nvSpPr>
          <p:cNvPr id="542" name="Google Shape;542;p93"/>
          <p:cNvSpPr txBox="1"/>
          <p:nvPr>
            <p:ph idx="1" type="body"/>
          </p:nvPr>
        </p:nvSpPr>
        <p:spPr>
          <a:xfrm>
            <a:off x="311700" y="1370225"/>
            <a:ext cx="8520600" cy="36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https://open.kattis.com/problems/onechicken</a:t>
            </a:r>
            <a:br>
              <a:rPr lang="en"/>
            </a:b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insufficient(value):</a:t>
            </a:r>
            <a:br>
              <a:rPr lang="en"/>
            </a:br>
            <a:r>
              <a:rPr lang="en"/>
              <a:t>	if(value &gt; 1):</a:t>
            </a:r>
            <a:br>
              <a:rPr lang="en"/>
            </a:br>
            <a:r>
              <a:rPr lang="en"/>
              <a:t>		output = "Dr. Chaz needs " + str(value) + " more pieces of chicken!"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output = "Dr. Chaz needs " + str(value) + " more piece of chicken!”</a:t>
            </a:r>
            <a:br>
              <a:rPr lang="en"/>
            </a:br>
            <a:r>
              <a:rPr lang="en"/>
              <a:t>	print(output)</a:t>
            </a:r>
            <a:br>
              <a:rPr lang="en"/>
            </a:br>
            <a:r>
              <a:rPr lang="en"/>
              <a:t>def sufficient(value):</a:t>
            </a:r>
            <a:br>
              <a:rPr lang="en"/>
            </a:br>
            <a:r>
              <a:rPr lang="en"/>
              <a:t>	if(value &gt; 1):</a:t>
            </a:r>
            <a:br>
              <a:rPr lang="en"/>
            </a:br>
            <a:r>
              <a:rPr lang="en"/>
              <a:t>		output = "Dr. Chaz will have " + str(value) + " pieces of chicken left over!"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output = "Dr. Chaz will have " + str(value) + " piece of chicken left over!"</a:t>
            </a:r>
            <a:br>
              <a:rPr lang="en"/>
            </a:br>
            <a:r>
              <a:rPr lang="en"/>
              <a:t>	print(output)</a:t>
            </a:r>
            <a:br>
              <a:rPr lang="en"/>
            </a:br>
            <a:r>
              <a:rPr lang="en"/>
              <a:t>(m, n) = input().split()</a:t>
            </a:r>
            <a:br>
              <a:rPr lang="en"/>
            </a:br>
            <a:r>
              <a:rPr lang="en"/>
              <a:t>m = int(m)</a:t>
            </a:r>
            <a:br>
              <a:rPr lang="en"/>
            </a:br>
            <a:r>
              <a:rPr lang="en"/>
              <a:t>n = int(n)</a:t>
            </a:r>
            <a:br>
              <a:rPr lang="en"/>
            </a:br>
            <a:r>
              <a:rPr lang="en"/>
              <a:t>if(m &gt; n):</a:t>
            </a:r>
            <a:br>
              <a:rPr lang="en"/>
            </a:br>
            <a:r>
              <a:rPr lang="en"/>
              <a:t>	insufficient(m - n)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sufficient(n - m)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#7 contd.</a:t>
            </a:r>
            <a:endParaRPr/>
          </a:p>
        </p:txBody>
      </p:sp>
      <p:sp>
        <p:nvSpPr>
          <p:cNvPr id="548" name="Google Shape;548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Recursion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 ‘calling’ itself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Iterative vs. Recursive approach -</a:t>
            </a:r>
            <a:r>
              <a:rPr lang="en"/>
              <a:t> typically</a:t>
            </a:r>
            <a:r>
              <a:rPr lang="en"/>
              <a:t>, if a problem can be solved iteratively, it can be solved recursively as well (and vice versa)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#8</a:t>
            </a:r>
            <a:endParaRPr/>
          </a:p>
        </p:txBody>
      </p:sp>
      <p:sp>
        <p:nvSpPr>
          <p:cNvPr id="554" name="Google Shape;554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Recursion continued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#28 - Factorial</a:t>
            </a:r>
            <a:endParaRPr/>
          </a:p>
        </p:txBody>
      </p:sp>
      <p:sp>
        <p:nvSpPr>
          <p:cNvPr id="560" name="Google Shape;560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number n, print its factorial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n! = n * (n - 1) * (n - 2) … *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5! = 5 * 4 * 3 * 2 * 1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#28 - Factorial</a:t>
            </a:r>
            <a:endParaRPr/>
          </a:p>
        </p:txBody>
      </p:sp>
      <p:sp>
        <p:nvSpPr>
          <p:cNvPr id="566" name="Google Shape;566;p9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findFactorial(num):</a:t>
            </a:r>
            <a:br>
              <a:rPr lang="en"/>
            </a:br>
            <a:r>
              <a:rPr lang="en"/>
              <a:t>	if(num == 0):</a:t>
            </a:r>
            <a:br>
              <a:rPr lang="en"/>
            </a:br>
            <a:r>
              <a:rPr lang="en"/>
              <a:t>		return 1</a:t>
            </a:r>
            <a:br>
              <a:rPr lang="en"/>
            </a:br>
            <a:r>
              <a:rPr lang="en"/>
              <a:t>	return num * findFactorial(num - 1)</a:t>
            </a:r>
            <a:br>
              <a:rPr lang="en"/>
            </a:br>
            <a:br>
              <a:rPr lang="en"/>
            </a:br>
            <a:r>
              <a:rPr lang="en"/>
              <a:t>num = int(input())</a:t>
            </a:r>
            <a:br>
              <a:rPr lang="en"/>
            </a:br>
            <a:r>
              <a:rPr lang="en"/>
              <a:t>print(findFactorial(num))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#29 - Planina</a:t>
            </a:r>
            <a:endParaRPr/>
          </a:p>
        </p:txBody>
      </p:sp>
      <p:sp>
        <p:nvSpPr>
          <p:cNvPr id="572" name="Google Shape;572;p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https://open.kattis.com/problems/planina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#29 - Planina</a:t>
            </a:r>
            <a:endParaRPr/>
          </a:p>
        </p:txBody>
      </p:sp>
      <p:sp>
        <p:nvSpPr>
          <p:cNvPr id="578" name="Google Shape;578;p99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https://open.kattis.com/problems/planina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displacementAlgo(iterations):</a:t>
            </a:r>
            <a:br>
              <a:rPr lang="en"/>
            </a:br>
            <a:r>
              <a:rPr lang="en"/>
              <a:t>	if(iterations == 0):</a:t>
            </a:r>
            <a:br>
              <a:rPr lang="en"/>
            </a:br>
            <a:r>
              <a:rPr lang="en"/>
              <a:t>		return 2</a:t>
            </a:r>
            <a:br>
              <a:rPr lang="en"/>
            </a:br>
            <a:r>
              <a:rPr lang="en"/>
              <a:t>	prevIteration = displacementAlgo(iterations - 1)</a:t>
            </a:r>
            <a:br>
              <a:rPr lang="en"/>
            </a:br>
            <a:r>
              <a:rPr lang="en"/>
              <a:t>	return prevIteration + (prevIteration - 1)</a:t>
            </a:r>
            <a:br>
              <a:rPr lang="en"/>
            </a:br>
            <a:br>
              <a:rPr lang="en"/>
            </a:br>
            <a:r>
              <a:rPr lang="en"/>
              <a:t>iterations = int(input())</a:t>
            </a:r>
            <a:br>
              <a:rPr lang="en"/>
            </a:br>
            <a:r>
              <a:rPr lang="en"/>
              <a:t>result = displacementAlgo(iterations)</a:t>
            </a:r>
            <a:br>
              <a:rPr lang="en"/>
            </a:br>
            <a:r>
              <a:rPr lang="en"/>
              <a:t>print(result ** 2)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#30 - </a:t>
            </a:r>
            <a:r>
              <a:rPr lang="en"/>
              <a:t>Help a PhD Candidate Out!</a:t>
            </a:r>
            <a:endParaRPr/>
          </a:p>
        </p:txBody>
      </p:sp>
      <p:sp>
        <p:nvSpPr>
          <p:cNvPr id="584" name="Google Shape;584;p10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https://open.kattis.com/problems/helpaphd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There are 2 types of inputs: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a+b → in this case print the sum of a and b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P=NP → in this case, print skipped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#30 - Help a PhD Candidate Out!</a:t>
            </a:r>
            <a:endParaRPr/>
          </a:p>
        </p:txBody>
      </p:sp>
      <p:sp>
        <p:nvSpPr>
          <p:cNvPr id="590" name="Google Shape;590;p10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https://open.kattis.com/problems/helpaphd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getResult(count):</a:t>
            </a:r>
            <a:br>
              <a:rPr lang="en"/>
            </a:br>
            <a:r>
              <a:rPr lang="en"/>
              <a:t>	if(count == 0):</a:t>
            </a:r>
            <a:br>
              <a:rPr lang="en"/>
            </a:br>
            <a:r>
              <a:rPr lang="en"/>
              <a:t>		return ""</a:t>
            </a:r>
            <a:br>
              <a:rPr lang="en"/>
            </a:br>
            <a:r>
              <a:rPr lang="en"/>
              <a:t>	data = input()</a:t>
            </a:r>
            <a:br>
              <a:rPr lang="en"/>
            </a:br>
            <a:r>
              <a:rPr lang="en"/>
              <a:t>	if(data == "P=NP"):</a:t>
            </a:r>
            <a:br>
              <a:rPr lang="en"/>
            </a:br>
            <a:r>
              <a:rPr lang="en"/>
              <a:t>		return ('skipped\n') + getResult(count - 1)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(a, b) = data.split("+")</a:t>
            </a:r>
            <a:br>
              <a:rPr lang="en"/>
            </a:br>
            <a:r>
              <a:rPr lang="en"/>
              <a:t>		a = int(a)</a:t>
            </a:r>
            <a:br>
              <a:rPr lang="en"/>
            </a:br>
            <a:r>
              <a:rPr lang="en"/>
              <a:t>		b = int(b)</a:t>
            </a:r>
            <a:br>
              <a:rPr lang="en"/>
            </a:br>
            <a:r>
              <a:rPr lang="en"/>
              <a:t>		return str(a + b) + "\n" + getResult(count - 1)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print(getResult(count).rstrip("\n"))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</a:t>
            </a:r>
            <a:r>
              <a:rPr lang="en"/>
              <a:t>31</a:t>
            </a:r>
            <a:r>
              <a:rPr lang="en"/>
              <a:t> - Reverse a String</a:t>
            </a:r>
            <a:endParaRPr/>
          </a:p>
        </p:txBody>
      </p:sp>
      <p:sp>
        <p:nvSpPr>
          <p:cNvPr id="596" name="Google Shape;596;p1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string as input, print its reverse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#31 - Reverse a String</a:t>
            </a:r>
            <a:endParaRPr/>
          </a:p>
        </p:txBody>
      </p:sp>
      <p:sp>
        <p:nvSpPr>
          <p:cNvPr id="602" name="Google Shape;602;p103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reverseString(string, index):</a:t>
            </a:r>
            <a:br>
              <a:rPr lang="en"/>
            </a:br>
            <a:r>
              <a:rPr lang="en"/>
              <a:t>	if(index == 0):</a:t>
            </a:r>
            <a:br>
              <a:rPr lang="en"/>
            </a:br>
            <a:r>
              <a:rPr lang="en"/>
              <a:t>		return string[index]</a:t>
            </a:r>
            <a:br>
              <a:rPr lang="en"/>
            </a:br>
            <a:r>
              <a:rPr lang="en"/>
              <a:t>	return string[index] + reverseString(string, index - 1)</a:t>
            </a:r>
            <a:br>
              <a:rPr lang="en"/>
            </a:br>
            <a:br>
              <a:rPr lang="en"/>
            </a:br>
            <a:r>
              <a:rPr lang="en"/>
              <a:t>string = input()</a:t>
            </a:r>
            <a:br>
              <a:rPr lang="en"/>
            </a:br>
            <a:r>
              <a:rPr lang="en"/>
              <a:t>print(reverseString(string, len(string) - 1))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</a:t>
            </a:r>
            <a:r>
              <a:rPr lang="en"/>
              <a:t>Problem #5 - Last Factorial Digit</a:t>
            </a:r>
            <a:endParaRPr/>
          </a:p>
        </p:txBody>
      </p:sp>
      <p:sp>
        <p:nvSpPr>
          <p:cNvPr id="608" name="Google Shape;608;p10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https://open.kattis.com/problems/lastfactorialdigit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 Given a number ‘N’, print the last digit of N!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 #5 </a:t>
            </a:r>
            <a:r>
              <a:rPr lang="en"/>
              <a:t>Solution - Last Factorial Digit</a:t>
            </a:r>
            <a:endParaRPr/>
          </a:p>
        </p:txBody>
      </p:sp>
      <p:sp>
        <p:nvSpPr>
          <p:cNvPr id="614" name="Google Shape;614;p10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https://open.kattis.com/problems/lastfactorialdigit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getFactorial(num):</a:t>
            </a:r>
            <a:br>
              <a:rPr lang="en"/>
            </a:br>
            <a:r>
              <a:rPr lang="en"/>
              <a:t>	if(num == 0):</a:t>
            </a:r>
            <a:br>
              <a:rPr lang="en"/>
            </a:br>
            <a:r>
              <a:rPr lang="en"/>
              <a:t>		return 1</a:t>
            </a:r>
            <a:br>
              <a:rPr lang="en"/>
            </a:br>
            <a:r>
              <a:rPr lang="en"/>
              <a:t>	return num * getFactorial(num - 1)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result = ""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num = int(input())</a:t>
            </a:r>
            <a:br>
              <a:rPr lang="en"/>
            </a:br>
            <a:r>
              <a:rPr lang="en"/>
              <a:t>	fact = getFactorial(num)</a:t>
            </a:r>
            <a:br>
              <a:rPr lang="en"/>
            </a:br>
            <a:r>
              <a:rPr lang="en"/>
              <a:t>	digit = fact % 10</a:t>
            </a:r>
            <a:br>
              <a:rPr lang="en"/>
            </a:br>
            <a:r>
              <a:rPr lang="en"/>
              <a:t>	result = result + str(digit) + "\n"</a:t>
            </a:r>
            <a:br>
              <a:rPr lang="en"/>
            </a:br>
            <a:r>
              <a:rPr lang="en"/>
              <a:t>print(result.rstrip("\n"))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#9</a:t>
            </a:r>
            <a:endParaRPr/>
          </a:p>
        </p:txBody>
      </p:sp>
      <p:sp>
        <p:nvSpPr>
          <p:cNvPr id="620" name="Google Shape;620;p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 methods and 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Strings are immutable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 methods </a:t>
            </a:r>
            <a:r>
              <a:rPr lang="en"/>
              <a:t>typically</a:t>
            </a:r>
            <a:r>
              <a:rPr lang="en"/>
              <a:t> return new strings, they do not change the original string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#32 - Reverse String	</a:t>
            </a:r>
            <a:endParaRPr/>
          </a:p>
        </p:txBody>
      </p:sp>
      <p:sp>
        <p:nvSpPr>
          <p:cNvPr id="626" name="Google Shape;626;p10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string as input, reverse the string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r>
              <a:rPr lang="en"/>
              <a:t> #32 - Reverse String</a:t>
            </a:r>
            <a:endParaRPr/>
          </a:p>
        </p:txBody>
      </p:sp>
      <p:sp>
        <p:nvSpPr>
          <p:cNvPr id="632" name="Google Shape;632;p108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 = input()</a:t>
            </a:r>
            <a:br>
              <a:rPr lang="en"/>
            </a:br>
            <a:r>
              <a:rPr lang="en"/>
              <a:t>rev = string[::-1]</a:t>
            </a:r>
            <a:br>
              <a:rPr lang="en"/>
            </a:br>
            <a:r>
              <a:rPr lang="en"/>
              <a:t>print(rev)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#33 - CamelCase	</a:t>
            </a:r>
            <a:endParaRPr/>
          </a:p>
        </p:txBody>
      </p:sp>
      <p:sp>
        <p:nvSpPr>
          <p:cNvPr id="638" name="Google Shape;638;p109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https://www.hackerrank.com/challenges/camelcase/problem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</a:t>
            </a:r>
            <a:r>
              <a:rPr lang="en"/>
              <a:t>Given a camel case string as input, count the number of words in the string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#33 - CamelCase</a:t>
            </a:r>
            <a:endParaRPr/>
          </a:p>
        </p:txBody>
      </p:sp>
      <p:sp>
        <p:nvSpPr>
          <p:cNvPr id="644" name="Google Shape;644;p110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https://www.hackerrank.com/challenges/camelcase/problem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camelcase(s):</a:t>
            </a:r>
            <a:br>
              <a:rPr lang="en"/>
            </a:br>
            <a:r>
              <a:rPr lang="en"/>
              <a:t>	count = 1</a:t>
            </a:r>
            <a:br>
              <a:rPr lang="en"/>
            </a:br>
            <a:r>
              <a:rPr lang="en"/>
              <a:t>	for char in s:</a:t>
            </a:r>
            <a:br>
              <a:rPr lang="en"/>
            </a:br>
            <a:r>
              <a:rPr lang="en"/>
              <a:t>		if char.isupper():</a:t>
            </a:r>
            <a:br>
              <a:rPr lang="en"/>
            </a:br>
            <a:r>
              <a:rPr lang="en"/>
              <a:t>			count += 1        </a:t>
            </a:r>
            <a:br>
              <a:rPr lang="en"/>
            </a:br>
            <a:r>
              <a:rPr lang="en"/>
              <a:t>	return count</a:t>
            </a:r>
            <a:br>
              <a:rPr lang="en"/>
            </a:br>
            <a:r>
              <a:rPr lang="en"/>
              <a:t>s = input()</a:t>
            </a:r>
            <a:br>
              <a:rPr lang="en"/>
            </a:br>
            <a:r>
              <a:rPr lang="en"/>
              <a:t>print(camelcase(s))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#34 - Pangrams	</a:t>
            </a:r>
            <a:endParaRPr/>
          </a:p>
        </p:txBody>
      </p:sp>
      <p:sp>
        <p:nvSpPr>
          <p:cNvPr id="650" name="Google Shape;650;p11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https://www.hackerrank.com/challenges/pangrams/problem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 string as input, check whether it contains every letter in the alphabet at least once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#34 - Pangrams</a:t>
            </a:r>
            <a:endParaRPr/>
          </a:p>
        </p:txBody>
      </p:sp>
      <p:sp>
        <p:nvSpPr>
          <p:cNvPr id="656" name="Google Shape;656;p112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https://www.hackerrank.com/challenges/pangrams/problem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pangrams(s):</a:t>
            </a:r>
            <a:br>
              <a:rPr lang="en"/>
            </a:br>
            <a:r>
              <a:rPr lang="en"/>
              <a:t>	s = s.lower()</a:t>
            </a:r>
            <a:br>
              <a:rPr lang="en"/>
            </a:br>
            <a:r>
              <a:rPr lang="en"/>
              <a:t>	required = 'abcdefghijklmnopqrstuvwxyz'</a:t>
            </a:r>
            <a:br>
              <a:rPr lang="en"/>
            </a:br>
            <a:r>
              <a:rPr lang="en"/>
              <a:t>	for alphabet in required:</a:t>
            </a:r>
            <a:br>
              <a:rPr lang="en"/>
            </a:br>
            <a:r>
              <a:rPr lang="en"/>
              <a:t>		if s.find(alphabet) == -1:</a:t>
            </a:r>
            <a:br>
              <a:rPr lang="en"/>
            </a:br>
            <a:r>
              <a:rPr lang="en"/>
              <a:t>			return 'not pangram'</a:t>
            </a:r>
            <a:br>
              <a:rPr lang="en"/>
            </a:br>
            <a:r>
              <a:rPr lang="en"/>
              <a:t>	return 'pangram'</a:t>
            </a:r>
            <a:br>
              <a:rPr lang="en"/>
            </a:br>
            <a:r>
              <a:rPr lang="en"/>
              <a:t>string = input()</a:t>
            </a:r>
            <a:br>
              <a:rPr lang="en"/>
            </a:br>
            <a:r>
              <a:rPr lang="en"/>
              <a:t>print(pangrams(string))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#35 -	Simon Says</a:t>
            </a:r>
            <a:endParaRPr/>
          </a:p>
        </p:txBody>
      </p:sp>
      <p:sp>
        <p:nvSpPr>
          <p:cNvPr id="662" name="Google Shape;662;p113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https://open.kattis.com/problems/simonsays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#35 - Simon Says</a:t>
            </a:r>
            <a:endParaRPr/>
          </a:p>
        </p:txBody>
      </p:sp>
      <p:sp>
        <p:nvSpPr>
          <p:cNvPr id="668" name="Google Shape;668;p114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https://open.kattis.com/problems/simonsays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= int(input())</a:t>
            </a:r>
            <a:br>
              <a:rPr lang="en"/>
            </a:br>
            <a:r>
              <a:rPr lang="en"/>
              <a:t>output = ""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string = input()</a:t>
            </a:r>
            <a:br>
              <a:rPr lang="en"/>
            </a:br>
            <a:r>
              <a:rPr lang="en"/>
              <a:t>	if string.startswith('Simon says'):</a:t>
            </a:r>
            <a:br>
              <a:rPr lang="en"/>
            </a:br>
            <a:r>
              <a:rPr lang="en"/>
              <a:t>		output = output + string[10:] + "\n"</a:t>
            </a:r>
            <a:br>
              <a:rPr lang="en"/>
            </a:br>
            <a:r>
              <a:rPr lang="en"/>
              <a:t>print(output.rstrip("\n"))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#36 -	Most Frequent Character</a:t>
            </a:r>
            <a:endParaRPr/>
          </a:p>
        </p:txBody>
      </p:sp>
      <p:sp>
        <p:nvSpPr>
          <p:cNvPr id="674" name="Google Shape;674;p11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string, find the character occurring most frequently in the string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aaaaaabc = a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#36 - Most Frequent Character</a:t>
            </a:r>
            <a:endParaRPr/>
          </a:p>
        </p:txBody>
      </p:sp>
      <p:sp>
        <p:nvSpPr>
          <p:cNvPr id="680" name="Google Shape;680;p116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string = input()</a:t>
            </a:r>
            <a:br>
              <a:rPr lang="en"/>
            </a:br>
            <a:r>
              <a:rPr lang="en"/>
              <a:t>maxCount = 1</a:t>
            </a:r>
            <a:br>
              <a:rPr lang="en"/>
            </a:br>
            <a:r>
              <a:rPr lang="en"/>
              <a:t>result = string[0]</a:t>
            </a:r>
            <a:br>
              <a:rPr lang="en"/>
            </a:br>
            <a:r>
              <a:rPr lang="en"/>
              <a:t>for char in string:</a:t>
            </a:r>
            <a:br>
              <a:rPr lang="en"/>
            </a:br>
            <a:r>
              <a:rPr lang="en"/>
              <a:t>	count = string.count(char)</a:t>
            </a:r>
            <a:br>
              <a:rPr lang="en"/>
            </a:br>
            <a:r>
              <a:rPr lang="en"/>
              <a:t>	if count &gt; maxCount:</a:t>
            </a:r>
            <a:br>
              <a:rPr lang="en"/>
            </a:br>
            <a:r>
              <a:rPr lang="en"/>
              <a:t>		result = char</a:t>
            </a:r>
            <a:br>
              <a:rPr lang="en"/>
            </a:br>
            <a:r>
              <a:rPr lang="en"/>
              <a:t>		maxCount = count</a:t>
            </a:r>
            <a:br>
              <a:rPr lang="en"/>
            </a:br>
            <a:r>
              <a:rPr lang="en"/>
              <a:t>print(result)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#10</a:t>
            </a:r>
            <a:endParaRPr/>
          </a:p>
        </p:txBody>
      </p:sp>
      <p:sp>
        <p:nvSpPr>
          <p:cNvPr id="686" name="Google Shape;686;p11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Unordered, unindexed, no duplicates allowed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Ordered, indexed, allows duplicates, unchangeable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lang="en"/>
              <a:t> #37 - Pangrams (repeated)</a:t>
            </a:r>
            <a:endParaRPr/>
          </a:p>
        </p:txBody>
      </p:sp>
      <p:sp>
        <p:nvSpPr>
          <p:cNvPr id="692" name="Google Shape;692;p118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https://www.hackerrank.com/challenges/pangrams/problem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#37 - Pangrams (repeated)</a:t>
            </a:r>
            <a:endParaRPr/>
          </a:p>
        </p:txBody>
      </p:sp>
      <p:sp>
        <p:nvSpPr>
          <p:cNvPr id="698" name="Google Shape;698;p119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https://www.hackerrank.com/challenges/pangrams/problem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pangrams(s):</a:t>
            </a:r>
            <a:br>
              <a:rPr lang="en"/>
            </a:br>
            <a:r>
              <a:rPr lang="en"/>
              <a:t>	alphabets = set()        </a:t>
            </a:r>
            <a:br>
              <a:rPr lang="en"/>
            </a:br>
            <a:r>
              <a:rPr lang="en"/>
              <a:t>	s = s.lower()</a:t>
            </a:r>
            <a:br>
              <a:rPr lang="en"/>
            </a:br>
            <a:r>
              <a:rPr lang="en"/>
              <a:t>	for char in s:</a:t>
            </a:r>
            <a:br>
              <a:rPr lang="en"/>
            </a:br>
            <a:r>
              <a:rPr lang="en"/>
              <a:t>		if(char != ' '):</a:t>
            </a:r>
            <a:br>
              <a:rPr lang="en"/>
            </a:br>
            <a:r>
              <a:rPr lang="en"/>
              <a:t>			alphabets.add(char)</a:t>
            </a:r>
            <a:br>
              <a:rPr lang="en"/>
            </a:br>
            <a:r>
              <a:rPr lang="en"/>
              <a:t>	if(len(alphabets) &lt; 26):</a:t>
            </a:r>
            <a:br>
              <a:rPr lang="en"/>
            </a:br>
            <a:r>
              <a:rPr lang="en"/>
              <a:t>		return 'not pangram'</a:t>
            </a:r>
            <a:br>
              <a:rPr lang="en"/>
            </a:br>
            <a:r>
              <a:rPr lang="en"/>
              <a:t>	return 'pangram'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print(pangrams(input()))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#38 - Boat Parts</a:t>
            </a:r>
            <a:endParaRPr/>
          </a:p>
        </p:txBody>
      </p:sp>
      <p:sp>
        <p:nvSpPr>
          <p:cNvPr id="704" name="Google Shape;704;p120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https://open.kattis.com/problems/boatparts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#38 - Boat Parts</a:t>
            </a:r>
            <a:endParaRPr/>
          </a:p>
        </p:txBody>
      </p:sp>
      <p:sp>
        <p:nvSpPr>
          <p:cNvPr id="710" name="Google Shape;710;p12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https://open.kattis.com/problems/boatparts</a:t>
            </a:r>
            <a:br>
              <a:rPr lang="en"/>
            </a:b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(num_parts, count) = input().split()</a:t>
            </a:r>
            <a:br>
              <a:rPr lang="en"/>
            </a:br>
            <a:r>
              <a:rPr lang="en"/>
              <a:t>num_parts = int(num_parts)</a:t>
            </a:r>
            <a:br>
              <a:rPr lang="en"/>
            </a:br>
            <a:r>
              <a:rPr lang="en"/>
              <a:t>count = int(count)</a:t>
            </a:r>
            <a:br>
              <a:rPr lang="en"/>
            </a:br>
            <a:r>
              <a:rPr lang="en"/>
              <a:t>parts = set()</a:t>
            </a:r>
            <a:br>
              <a:rPr lang="en"/>
            </a:br>
            <a:r>
              <a:rPr lang="en"/>
              <a:t>result = -1</a:t>
            </a:r>
            <a:br>
              <a:rPr lang="en"/>
            </a:br>
            <a:r>
              <a:rPr lang="en"/>
              <a:t>for day in range(1, count + 1):</a:t>
            </a:r>
            <a:br>
              <a:rPr lang="en"/>
            </a:br>
            <a:r>
              <a:rPr lang="en"/>
              <a:t>	part = input()</a:t>
            </a:r>
            <a:br>
              <a:rPr lang="en"/>
            </a:br>
            <a:r>
              <a:rPr lang="en"/>
              <a:t>	parts.add(part)</a:t>
            </a:r>
            <a:br>
              <a:rPr lang="en"/>
            </a:br>
            <a:r>
              <a:rPr lang="en"/>
              <a:t>	if(len(parts) == num_parts and result == -1):</a:t>
            </a:r>
            <a:br>
              <a:rPr lang="en"/>
            </a:br>
            <a:r>
              <a:rPr lang="en"/>
              <a:t>		result = day</a:t>
            </a:r>
            <a:br>
              <a:rPr lang="en"/>
            </a:br>
            <a:r>
              <a:rPr lang="en"/>
              <a:t>i</a:t>
            </a:r>
            <a:r>
              <a:rPr lang="en"/>
              <a:t>f(len(parts) &lt; num_parts):</a:t>
            </a:r>
            <a:br>
              <a:rPr lang="en"/>
            </a:br>
            <a:r>
              <a:rPr lang="en"/>
              <a:t>	print('paradox avoided')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print(result)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#39 - I’ve Been Everywhere, Man  </a:t>
            </a:r>
            <a:endParaRPr/>
          </a:p>
        </p:txBody>
      </p:sp>
      <p:sp>
        <p:nvSpPr>
          <p:cNvPr id="716" name="Google Shape;716;p122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https://open.kattis.com/problems/everywhere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 list of city names, count the number of distinct cities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#39 - I’ve Been Everywhere, Man</a:t>
            </a:r>
            <a:endParaRPr/>
          </a:p>
        </p:txBody>
      </p:sp>
      <p:sp>
        <p:nvSpPr>
          <p:cNvPr id="722" name="Google Shape;722;p123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https://open.kattis.com/problems/everywhere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testCaseCount = int(input())</a:t>
            </a:r>
            <a:br>
              <a:rPr lang="en"/>
            </a:br>
            <a:r>
              <a:rPr lang="en"/>
              <a:t>result = ""</a:t>
            </a:r>
            <a:br>
              <a:rPr lang="en"/>
            </a:br>
            <a:r>
              <a:rPr lang="en"/>
              <a:t>for _ in range(testCaseCount):</a:t>
            </a:r>
            <a:br>
              <a:rPr lang="en"/>
            </a:br>
            <a:r>
              <a:rPr lang="en"/>
              <a:t>	count = int(input())</a:t>
            </a:r>
            <a:br>
              <a:rPr lang="en"/>
            </a:br>
            <a:r>
              <a:rPr lang="en"/>
              <a:t>	cities = set()</a:t>
            </a:r>
            <a:br>
              <a:rPr lang="en"/>
            </a:br>
            <a:r>
              <a:rPr lang="en"/>
              <a:t>	for _ in range(count):</a:t>
            </a:r>
            <a:br>
              <a:rPr lang="en"/>
            </a:br>
            <a:r>
              <a:rPr lang="en"/>
              <a:t>		city = input()</a:t>
            </a:r>
            <a:br>
              <a:rPr lang="en"/>
            </a:br>
            <a:r>
              <a:rPr lang="en"/>
              <a:t>		cities.add(city)</a:t>
            </a:r>
            <a:br>
              <a:rPr lang="en"/>
            </a:br>
            <a:r>
              <a:rPr lang="en"/>
              <a:t>	result = result + str(len(cities)) + "\n"</a:t>
            </a:r>
            <a:br>
              <a:rPr lang="en"/>
            </a:br>
            <a:r>
              <a:rPr lang="en"/>
              <a:t>print(result.rstrip("\n"))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#40 - No Duplicates </a:t>
            </a:r>
            <a:endParaRPr/>
          </a:p>
        </p:txBody>
      </p:sp>
      <p:sp>
        <p:nvSpPr>
          <p:cNvPr id="728" name="Google Shape;728;p124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https://open.kattis.com/problems/nodup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a string, check if </a:t>
            </a:r>
            <a:r>
              <a:rPr lang="en"/>
              <a:t>any word is repeated in the string or not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#40 - No Duplicates</a:t>
            </a:r>
            <a:endParaRPr/>
          </a:p>
        </p:txBody>
      </p:sp>
      <p:sp>
        <p:nvSpPr>
          <p:cNvPr id="734" name="Google Shape;734;p12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https://open.kattis.com/problems/nodup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wordSet = set()</a:t>
            </a:r>
            <a:br>
              <a:rPr lang="en"/>
            </a:br>
            <a:r>
              <a:rPr lang="en"/>
              <a:t>repeatFlag = False</a:t>
            </a:r>
            <a:br>
              <a:rPr lang="en"/>
            </a:br>
            <a:r>
              <a:rPr lang="en"/>
              <a:t>string = input().split() </a:t>
            </a:r>
            <a:br>
              <a:rPr lang="en"/>
            </a:br>
            <a:r>
              <a:rPr lang="en"/>
              <a:t>for word in string :</a:t>
            </a:r>
            <a:br>
              <a:rPr lang="en"/>
            </a:br>
            <a:r>
              <a:rPr lang="en"/>
              <a:t>	if word in wordSet:</a:t>
            </a:r>
            <a:br>
              <a:rPr lang="en"/>
            </a:br>
            <a:r>
              <a:rPr lang="en"/>
              <a:t>		print('no')</a:t>
            </a:r>
            <a:br>
              <a:rPr lang="en"/>
            </a:br>
            <a:r>
              <a:rPr lang="en"/>
              <a:t>		repeatFlag = True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	wordSet.add(word)</a:t>
            </a:r>
            <a:br>
              <a:rPr lang="en"/>
            </a:br>
            <a:r>
              <a:rPr lang="en"/>
              <a:t>if(not repeatFlag):</a:t>
            </a:r>
            <a:br>
              <a:rPr lang="en"/>
            </a:br>
            <a:r>
              <a:rPr lang="en"/>
              <a:t>	print('yes')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#41 - Odd Man Out</a:t>
            </a:r>
            <a:endParaRPr/>
          </a:p>
        </p:txBody>
      </p:sp>
      <p:sp>
        <p:nvSpPr>
          <p:cNvPr id="740" name="Google Shape;740;p126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https://open.kattis.com/problems/oddmanout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n numbers as input, find the number that is not repeated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#41 - Odd Man Out</a:t>
            </a:r>
            <a:endParaRPr/>
          </a:p>
        </p:txBody>
      </p:sp>
      <p:sp>
        <p:nvSpPr>
          <p:cNvPr id="746" name="Google Shape;746;p12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https://open.kattis.com/problems/oddmanout</a:t>
            </a:r>
            <a:br>
              <a:rPr lang="en"/>
            </a:b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findOddOneOut(guests) :</a:t>
            </a:r>
            <a:br>
              <a:rPr lang="en"/>
            </a:br>
            <a:r>
              <a:rPr lang="en"/>
              <a:t>	guestSet = set()</a:t>
            </a:r>
            <a:br>
              <a:rPr lang="en"/>
            </a:br>
            <a:r>
              <a:rPr lang="en"/>
              <a:t>	for guest in guests:</a:t>
            </a:r>
            <a:br>
              <a:rPr lang="en"/>
            </a:br>
            <a:r>
              <a:rPr lang="en"/>
              <a:t>		if guest in guestSet:</a:t>
            </a:r>
            <a:br>
              <a:rPr lang="en"/>
            </a:br>
            <a:r>
              <a:rPr lang="en"/>
              <a:t>			guestSet.remove(guest)</a:t>
            </a:r>
            <a:br>
              <a:rPr lang="en"/>
            </a:br>
            <a:r>
              <a:rPr lang="en"/>
              <a:t>		else:</a:t>
            </a:r>
            <a:br>
              <a:rPr lang="en"/>
            </a:br>
            <a:r>
              <a:rPr lang="en"/>
              <a:t>			guestSet.add(guest)</a:t>
            </a:r>
            <a:br>
              <a:rPr lang="en"/>
            </a:br>
            <a:r>
              <a:rPr lang="en"/>
              <a:t>	return guestSet.pop()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result = ""</a:t>
            </a:r>
            <a:br>
              <a:rPr lang="en"/>
            </a:br>
            <a:r>
              <a:rPr lang="en"/>
              <a:t>for i in range(1, count + 1):</a:t>
            </a:r>
            <a:br>
              <a:rPr lang="en"/>
            </a:br>
            <a:r>
              <a:rPr lang="en"/>
              <a:t>	number = int(input())</a:t>
            </a:r>
            <a:br>
              <a:rPr lang="en"/>
            </a:br>
            <a:r>
              <a:rPr lang="en"/>
              <a:t>	guests = input().split()</a:t>
            </a:r>
            <a:br>
              <a:rPr lang="en"/>
            </a:br>
            <a:r>
              <a:rPr lang="en"/>
              <a:t>	result = result + "Case #" + str(i) + ": " + str(findOddOneOut(guests)) + "\n"</a:t>
            </a:r>
            <a:br>
              <a:rPr lang="en"/>
            </a:br>
            <a:r>
              <a:rPr lang="en"/>
              <a:t>print(result.rstrip("\n"))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#11</a:t>
            </a:r>
            <a:endParaRPr/>
          </a:p>
        </p:txBody>
      </p:sp>
      <p:sp>
        <p:nvSpPr>
          <p:cNvPr id="752" name="Google Shape;752;p128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Ordered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Mutable / Changeable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Indexed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Duplicates allowed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#42 - Pet</a:t>
            </a:r>
            <a:endParaRPr/>
          </a:p>
        </p:txBody>
      </p:sp>
      <p:sp>
        <p:nvSpPr>
          <p:cNvPr id="758" name="Google Shape;758;p1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https://open.kattis.com/problems/pet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 - Given 5 lists of numbers, find the list with the maximum sum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#42 - Pet</a:t>
            </a:r>
            <a:endParaRPr/>
          </a:p>
        </p:txBody>
      </p:sp>
      <p:sp>
        <p:nvSpPr>
          <p:cNvPr id="764" name="Google Shape;764;p130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https://open.kattis.com/problems/pet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= list()</a:t>
            </a:r>
            <a:br>
              <a:rPr lang="en"/>
            </a:br>
            <a:r>
              <a:rPr lang="en"/>
              <a:t>maxSum = 0</a:t>
            </a:r>
            <a:br>
              <a:rPr lang="en"/>
            </a:br>
            <a:r>
              <a:rPr lang="en"/>
              <a:t>winner = -1</a:t>
            </a:r>
            <a:br>
              <a:rPr lang="en"/>
            </a:br>
            <a:r>
              <a:rPr lang="en"/>
              <a:t>for index in range(1, 6):</a:t>
            </a:r>
            <a:br>
              <a:rPr lang="en"/>
            </a:br>
            <a:r>
              <a:rPr lang="en"/>
              <a:t>	total = 0</a:t>
            </a:r>
            <a:br>
              <a:rPr lang="en"/>
            </a:br>
            <a:r>
              <a:rPr lang="en"/>
              <a:t>	points = input().split()</a:t>
            </a:r>
            <a:br>
              <a:rPr lang="en"/>
            </a:br>
            <a:r>
              <a:rPr lang="en"/>
              <a:t>	for point in points:</a:t>
            </a:r>
            <a:br>
              <a:rPr lang="en"/>
            </a:br>
            <a:r>
              <a:rPr lang="en"/>
              <a:t>		total += int(point)</a:t>
            </a:r>
            <a:br>
              <a:rPr lang="en"/>
            </a:br>
            <a:r>
              <a:rPr lang="en"/>
              <a:t>	if(total &gt; maxSum):</a:t>
            </a:r>
            <a:br>
              <a:rPr lang="en"/>
            </a:br>
            <a:r>
              <a:rPr lang="en"/>
              <a:t>		maxSum = total</a:t>
            </a:r>
            <a:br>
              <a:rPr lang="en"/>
            </a:br>
            <a:r>
              <a:rPr lang="en"/>
              <a:t>		winner = index</a:t>
            </a:r>
            <a:br>
              <a:rPr lang="en"/>
            </a:br>
            <a:r>
              <a:rPr lang="en"/>
              <a:t>print(winner , " " , maxSum)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#43 - Stopwatch</a:t>
            </a:r>
            <a:endParaRPr/>
          </a:p>
        </p:txBody>
      </p:sp>
      <p:sp>
        <p:nvSpPr>
          <p:cNvPr id="770" name="Google Shape;770;p1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https://open.kattis.com/problems/stopwatch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#43 - Stopwatch</a:t>
            </a:r>
            <a:endParaRPr/>
          </a:p>
        </p:txBody>
      </p:sp>
      <p:sp>
        <p:nvSpPr>
          <p:cNvPr id="776" name="Google Shape;776;p132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https://open.kattis.com/problems/stopwatch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= int(input())</a:t>
            </a:r>
            <a:br>
              <a:rPr lang="en"/>
            </a:br>
            <a:r>
              <a:rPr lang="en"/>
              <a:t>times = []</a:t>
            </a:r>
            <a:br>
              <a:rPr lang="en"/>
            </a:br>
            <a:r>
              <a:rPr lang="en"/>
              <a:t>for i in range(count):</a:t>
            </a:r>
            <a:br>
              <a:rPr lang="en"/>
            </a:br>
            <a:r>
              <a:rPr lang="en"/>
              <a:t>	times.append(int(input()))</a:t>
            </a:r>
            <a:br>
              <a:rPr lang="en"/>
            </a:br>
            <a:r>
              <a:rPr lang="en"/>
              <a:t>result = 0</a:t>
            </a:r>
            <a:br>
              <a:rPr lang="en"/>
            </a:br>
            <a:r>
              <a:rPr lang="en"/>
              <a:t>if count % 2 != 0 :</a:t>
            </a:r>
            <a:br>
              <a:rPr lang="en"/>
            </a:br>
            <a:r>
              <a:rPr lang="en"/>
              <a:t>	print('still running')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for i in range(1, len(times), 2):</a:t>
            </a:r>
            <a:br>
              <a:rPr lang="en"/>
            </a:br>
            <a:r>
              <a:rPr lang="en"/>
              <a:t>		result += (times[i] - times[i - 1])</a:t>
            </a:r>
            <a:br>
              <a:rPr lang="en"/>
            </a:br>
            <a:r>
              <a:rPr lang="en"/>
              <a:t>	print(result)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#44 - Jack-O’-Lantern Juxtaposition</a:t>
            </a:r>
            <a:endParaRPr/>
          </a:p>
        </p:txBody>
      </p:sp>
      <p:sp>
        <p:nvSpPr>
          <p:cNvPr id="782" name="Google Shape;782;p1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https://open.kattis.com/problems/jackolanternjuxtaposition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numbers, find the product of all the numbers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#44 - Jack-O’-Lantern Juxtaposition</a:t>
            </a:r>
            <a:endParaRPr/>
          </a:p>
        </p:txBody>
      </p:sp>
      <p:sp>
        <p:nvSpPr>
          <p:cNvPr id="788" name="Google Shape;788;p134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https://open.kattis.com/problems/jackolanternjuxtaposition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= input().split()</a:t>
            </a:r>
            <a:br>
              <a:rPr lang="en"/>
            </a:br>
            <a:r>
              <a:rPr lang="en"/>
              <a:t>prod = 1</a:t>
            </a:r>
            <a:br>
              <a:rPr lang="en"/>
            </a:br>
            <a:r>
              <a:rPr lang="en"/>
              <a:t>for num in data:</a:t>
            </a:r>
            <a:br>
              <a:rPr lang="en"/>
            </a:br>
            <a:r>
              <a:rPr lang="en"/>
              <a:t>	prod *= int(num)</a:t>
            </a:r>
            <a:br>
              <a:rPr lang="en"/>
            </a:br>
            <a:r>
              <a:rPr lang="en"/>
              <a:t>print(prod)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#12</a:t>
            </a:r>
            <a:endParaRPr/>
          </a:p>
        </p:txBody>
      </p:sp>
      <p:sp>
        <p:nvSpPr>
          <p:cNvPr id="794" name="Google Shape;794;p13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Lists continued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#45 - Bijele</a:t>
            </a:r>
            <a:endParaRPr/>
          </a:p>
        </p:txBody>
      </p:sp>
      <p:sp>
        <p:nvSpPr>
          <p:cNvPr id="800" name="Google Shape;800;p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https://open.kattis.com/problems/bijele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#45 - Bijele</a:t>
            </a:r>
            <a:endParaRPr/>
          </a:p>
        </p:txBody>
      </p:sp>
      <p:sp>
        <p:nvSpPr>
          <p:cNvPr id="806" name="Google Shape;806;p13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https://open.kattis.com/problems/bijele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= (1, 1, 2, 2, 2, 8)</a:t>
            </a:r>
            <a:br>
              <a:rPr lang="en"/>
            </a:br>
            <a:r>
              <a:rPr lang="en"/>
              <a:t>found = input().split()</a:t>
            </a:r>
            <a:br>
              <a:rPr lang="en"/>
            </a:br>
            <a:r>
              <a:rPr lang="en"/>
              <a:t>result = []</a:t>
            </a:r>
            <a:br>
              <a:rPr lang="en"/>
            </a:br>
            <a:r>
              <a:rPr lang="en"/>
              <a:t>for i in range(len(found)):</a:t>
            </a:r>
            <a:br>
              <a:rPr lang="en"/>
            </a:br>
            <a:r>
              <a:rPr lang="en"/>
              <a:t>	result.append(required[i] - int(found[i]))</a:t>
            </a:r>
            <a:br>
              <a:rPr lang="en"/>
            </a:br>
            <a:r>
              <a:rPr lang="en"/>
              <a:t>for r in result:</a:t>
            </a:r>
            <a:br>
              <a:rPr lang="en"/>
            </a:br>
            <a:r>
              <a:rPr lang="en"/>
              <a:t>	print(str(r), end = " ")  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#46 - Odd Gnome	</a:t>
            </a:r>
            <a:endParaRPr/>
          </a:p>
        </p:txBody>
      </p:sp>
      <p:sp>
        <p:nvSpPr>
          <p:cNvPr id="812" name="Google Shape;812;p1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https://open.kattis.com/problems/oddgnome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#46 - Odd Gnome</a:t>
            </a:r>
            <a:endParaRPr/>
          </a:p>
        </p:txBody>
      </p:sp>
      <p:sp>
        <p:nvSpPr>
          <p:cNvPr id="818" name="Google Shape;818;p139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https://open.kattis.com/problems/oddgnome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getPosition(data):</a:t>
            </a:r>
            <a:br>
              <a:rPr lang="en"/>
            </a:br>
            <a:r>
              <a:rPr lang="en"/>
              <a:t>	for i in range(1, len(data)):</a:t>
            </a:r>
            <a:br>
              <a:rPr lang="en"/>
            </a:br>
            <a:r>
              <a:rPr lang="en"/>
              <a:t>		if(data[i] != (data[i - 1] + 1)):</a:t>
            </a:r>
            <a:br>
              <a:rPr lang="en"/>
            </a:br>
            <a:r>
              <a:rPr lang="en"/>
              <a:t>			return i + 1</a:t>
            </a:r>
            <a:br>
              <a:rPr lang="en"/>
            </a:br>
            <a:r>
              <a:rPr lang="en"/>
              <a:t>	return -1</a:t>
            </a:r>
            <a:br>
              <a:rPr lang="en"/>
            </a:br>
            <a:r>
              <a:rPr lang="en"/>
              <a:t>result = ""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data = input().split()</a:t>
            </a:r>
            <a:br>
              <a:rPr lang="en"/>
            </a:br>
            <a:r>
              <a:rPr lang="en"/>
              <a:t>	data = [int(d) for d in data]</a:t>
            </a:r>
            <a:br>
              <a:rPr lang="en"/>
            </a:br>
            <a:r>
              <a:rPr lang="en"/>
              <a:t>	data.pop(0)</a:t>
            </a:r>
            <a:br>
              <a:rPr lang="en"/>
            </a:br>
            <a:r>
              <a:rPr lang="en"/>
              <a:t>	result = result + str(getPosition(data)) + "\n"</a:t>
            </a:r>
            <a:br>
              <a:rPr lang="en"/>
            </a:br>
            <a:r>
              <a:rPr lang="en"/>
              <a:t>print(result.rstrip("\n"))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#47 - Statistics</a:t>
            </a:r>
            <a:endParaRPr/>
          </a:p>
        </p:txBody>
      </p:sp>
      <p:sp>
        <p:nvSpPr>
          <p:cNvPr id="824" name="Google Shape;824;p1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numbers, print the minimum number, maximum number, and range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#47 - Statistics</a:t>
            </a:r>
            <a:endParaRPr/>
          </a:p>
        </p:txBody>
      </p:sp>
      <p:sp>
        <p:nvSpPr>
          <p:cNvPr id="830" name="Google Shape;830;p14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 = ""</a:t>
            </a:r>
            <a:br>
              <a:rPr lang="en"/>
            </a:br>
            <a:r>
              <a:rPr lang="en"/>
              <a:t>count = 1</a:t>
            </a:r>
            <a:br>
              <a:rPr lang="en"/>
            </a:br>
            <a:r>
              <a:rPr lang="en"/>
              <a:t>while(True):</a:t>
            </a:r>
            <a:br>
              <a:rPr lang="en"/>
            </a:br>
            <a:r>
              <a:rPr lang="en"/>
              <a:t>	data = input().split()</a:t>
            </a:r>
            <a:br>
              <a:rPr lang="en"/>
            </a:br>
            <a:r>
              <a:rPr lang="en"/>
              <a:t>	if(len(data) == 0):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	data = [int(d) for d in data]</a:t>
            </a:r>
            <a:br>
              <a:rPr lang="en"/>
            </a:br>
            <a:r>
              <a:rPr lang="en"/>
              <a:t>	maximum = max(data)</a:t>
            </a:r>
            <a:br>
              <a:rPr lang="en"/>
            </a:br>
            <a:r>
              <a:rPr lang="en"/>
              <a:t>	minimum = min(data)</a:t>
            </a:r>
            <a:br>
              <a:rPr lang="en"/>
            </a:br>
            <a:r>
              <a:rPr lang="en"/>
              <a:t>	dataRange = maximum - minimum</a:t>
            </a:r>
            <a:br>
              <a:rPr lang="en"/>
            </a:br>
            <a:r>
              <a:rPr lang="en"/>
              <a:t>	result = result + f"Case {count}: {minimum} {maximum} {dataRange}\n"</a:t>
            </a:r>
            <a:br>
              <a:rPr lang="en"/>
            </a:br>
            <a:r>
              <a:rPr lang="en"/>
              <a:t>	count += 1</a:t>
            </a:r>
            <a:br>
              <a:rPr lang="en"/>
            </a:br>
            <a:r>
              <a:rPr lang="en"/>
              <a:t>print(result.rstrip("\n"))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#48 - Missing Numbers</a:t>
            </a:r>
            <a:endParaRPr/>
          </a:p>
        </p:txBody>
      </p:sp>
      <p:sp>
        <p:nvSpPr>
          <p:cNvPr id="836" name="Google Shape;836;p1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https://open.kattis.com/problems/missingnumbers</a:t>
            </a:r>
            <a:br>
              <a:rPr lang="en"/>
            </a:b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#48 - Missing Numbers</a:t>
            </a:r>
            <a:endParaRPr/>
          </a:p>
        </p:txBody>
      </p:sp>
      <p:sp>
        <p:nvSpPr>
          <p:cNvPr id="842" name="Google Shape;842;p143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https://open.kattis.com/problems/missingnumbers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= int(input())</a:t>
            </a:r>
            <a:br>
              <a:rPr lang="en"/>
            </a:br>
            <a:r>
              <a:rPr lang="en"/>
              <a:t>nums = []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nums.append(int(input()))</a:t>
            </a:r>
            <a:br>
              <a:rPr lang="en"/>
            </a:br>
            <a:r>
              <a:rPr lang="en"/>
              <a:t>maximum = max(nums)</a:t>
            </a:r>
            <a:br>
              <a:rPr lang="en"/>
            </a:br>
            <a:r>
              <a:rPr lang="en"/>
              <a:t>flag = False</a:t>
            </a:r>
            <a:br>
              <a:rPr lang="en"/>
            </a:br>
            <a:r>
              <a:rPr lang="en"/>
              <a:t>for i in range(1, maximum + 1):</a:t>
            </a:r>
            <a:br>
              <a:rPr lang="en"/>
            </a:br>
            <a:r>
              <a:rPr lang="en"/>
              <a:t>	if i not in nums:</a:t>
            </a:r>
            <a:br>
              <a:rPr lang="en"/>
            </a:br>
            <a:r>
              <a:rPr lang="en"/>
              <a:t>		print(i)</a:t>
            </a:r>
            <a:br>
              <a:rPr lang="en"/>
            </a:br>
            <a:r>
              <a:rPr lang="en"/>
              <a:t>		flag = True</a:t>
            </a:r>
            <a:br>
              <a:rPr lang="en"/>
            </a:br>
            <a:r>
              <a:rPr lang="en"/>
              <a:t>if(not flag):</a:t>
            </a:r>
            <a:br>
              <a:rPr lang="en"/>
            </a:br>
            <a:r>
              <a:rPr lang="en"/>
              <a:t>	print('good job')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#49 - Rotate List	</a:t>
            </a:r>
            <a:endParaRPr/>
          </a:p>
        </p:txBody>
      </p:sp>
      <p:sp>
        <p:nvSpPr>
          <p:cNvPr id="848" name="Google Shape;848;p1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and a number of steps ‘k’, rotate the list to the right by k steps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#49 - Rotate List</a:t>
            </a:r>
            <a:endParaRPr/>
          </a:p>
        </p:txBody>
      </p:sp>
      <p:sp>
        <p:nvSpPr>
          <p:cNvPr id="854" name="Google Shape;854;p14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nums = input().split()</a:t>
            </a:r>
            <a:br>
              <a:rPr lang="en"/>
            </a:br>
            <a:r>
              <a:rPr lang="en"/>
              <a:t>k = int(input())</a:t>
            </a:r>
            <a:br>
              <a:rPr lang="en"/>
            </a:br>
            <a:r>
              <a:rPr lang="en"/>
              <a:t>k = k % len(nums)</a:t>
            </a:r>
            <a:br>
              <a:rPr lang="en"/>
            </a:br>
            <a:r>
              <a:rPr lang="en"/>
              <a:t>nums = [int(num) for num in nums]</a:t>
            </a:r>
            <a:br>
              <a:rPr lang="en"/>
            </a:br>
            <a:r>
              <a:rPr lang="en"/>
              <a:t>rotated = nums.copy()</a:t>
            </a:r>
            <a:br>
              <a:rPr lang="en"/>
            </a:br>
            <a:r>
              <a:rPr lang="en"/>
              <a:t>for i in range(len(nums)):</a:t>
            </a:r>
            <a:br>
              <a:rPr lang="en"/>
            </a:br>
            <a:r>
              <a:rPr lang="en"/>
              <a:t>	index = (i + k) % len(nums)</a:t>
            </a:r>
            <a:br>
              <a:rPr lang="en"/>
            </a:br>
            <a:r>
              <a:rPr lang="en"/>
              <a:t>	rotated[index] = nums[i]</a:t>
            </a:r>
            <a:br>
              <a:rPr lang="en"/>
            </a:br>
            <a:r>
              <a:rPr lang="en"/>
              <a:t>print(rotated)</a:t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#13</a:t>
            </a:r>
            <a:endParaRPr/>
          </a:p>
        </p:txBody>
      </p:sp>
      <p:sp>
        <p:nvSpPr>
          <p:cNvPr id="860" name="Google Shape;860;p1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Lists continued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#50 - Move Zeroes	</a:t>
            </a:r>
            <a:endParaRPr/>
          </a:p>
        </p:txBody>
      </p:sp>
      <p:sp>
        <p:nvSpPr>
          <p:cNvPr id="866" name="Google Shape;866;p1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numbers, move all zeroes in the list to the end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#50 - Move Zeroes</a:t>
            </a:r>
            <a:endParaRPr/>
          </a:p>
        </p:txBody>
      </p:sp>
      <p:sp>
        <p:nvSpPr>
          <p:cNvPr id="872" name="Google Shape;872;p148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nums = input().split()</a:t>
            </a:r>
            <a:br>
              <a:rPr lang="en"/>
            </a:br>
            <a:r>
              <a:rPr lang="en"/>
              <a:t>nums = [int(n) for n in nums]</a:t>
            </a:r>
            <a:br>
              <a:rPr lang="en"/>
            </a:br>
            <a:r>
              <a:rPr lang="en"/>
              <a:t>counter = 0</a:t>
            </a:r>
            <a:br>
              <a:rPr lang="en"/>
            </a:br>
            <a:r>
              <a:rPr lang="en"/>
              <a:t>for i,n in enumerate(nums):</a:t>
            </a:r>
            <a:br>
              <a:rPr lang="en"/>
            </a:br>
            <a:r>
              <a:rPr lang="en"/>
              <a:t>	if n != 0:</a:t>
            </a:r>
            <a:br>
              <a:rPr lang="en"/>
            </a:br>
            <a:r>
              <a:rPr lang="en"/>
              <a:t>		nums[counter] = n</a:t>
            </a:r>
            <a:br>
              <a:rPr lang="en"/>
            </a:br>
            <a:r>
              <a:rPr lang="en"/>
              <a:t>		counter += 1</a:t>
            </a:r>
            <a:br>
              <a:rPr lang="en"/>
            </a:br>
            <a:r>
              <a:rPr lang="en"/>
              <a:t>for i in range(counter, len(nums)):</a:t>
            </a:r>
            <a:br>
              <a:rPr lang="en"/>
            </a:br>
            <a:r>
              <a:rPr lang="en"/>
              <a:t>	nums[i] = 0</a:t>
            </a:r>
            <a:br>
              <a:rPr lang="en"/>
            </a:br>
            <a:r>
              <a:rPr lang="en"/>
              <a:t>print(nums)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#51 - Palindrome</a:t>
            </a:r>
            <a:endParaRPr/>
          </a:p>
        </p:txBody>
      </p:sp>
      <p:sp>
        <p:nvSpPr>
          <p:cNvPr id="878" name="Google Shape;878;p1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letters, check whether the list forms a palindrome or not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#51 - Palindrome</a:t>
            </a:r>
            <a:endParaRPr/>
          </a:p>
        </p:txBody>
      </p:sp>
      <p:sp>
        <p:nvSpPr>
          <p:cNvPr id="884" name="Google Shape;884;p150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checkPalindrome(letters):</a:t>
            </a:r>
            <a:br>
              <a:rPr lang="en"/>
            </a:br>
            <a:r>
              <a:rPr lang="en"/>
              <a:t>	start = 0</a:t>
            </a:r>
            <a:br>
              <a:rPr lang="en"/>
            </a:br>
            <a:r>
              <a:rPr lang="en"/>
              <a:t>	end = len(letters) - 1</a:t>
            </a:r>
            <a:br>
              <a:rPr lang="en"/>
            </a:br>
            <a:r>
              <a:rPr lang="en"/>
              <a:t>	while(start &lt; end):</a:t>
            </a:r>
            <a:br>
              <a:rPr lang="en"/>
            </a:br>
            <a:r>
              <a:rPr lang="en"/>
              <a:t>		if letters[start] != letters[end]:</a:t>
            </a:r>
            <a:br>
              <a:rPr lang="en"/>
            </a:br>
            <a:r>
              <a:rPr lang="en"/>
              <a:t>			return False</a:t>
            </a:r>
            <a:br>
              <a:rPr lang="en"/>
            </a:br>
            <a:r>
              <a:rPr lang="en"/>
              <a:t>		start += 1</a:t>
            </a:r>
            <a:br>
              <a:rPr lang="en"/>
            </a:br>
            <a:r>
              <a:rPr lang="en"/>
              <a:t>		end -= 1</a:t>
            </a:r>
            <a:br>
              <a:rPr lang="en"/>
            </a:br>
            <a:r>
              <a:rPr lang="en"/>
              <a:t>	return True</a:t>
            </a:r>
            <a:br>
              <a:rPr lang="en"/>
            </a:br>
            <a:r>
              <a:rPr lang="en"/>
              <a:t>letters = input().split()</a:t>
            </a:r>
            <a:br>
              <a:rPr lang="en"/>
            </a:br>
            <a:r>
              <a:rPr lang="en"/>
              <a:t>print(checkPalindrome(letters))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#52 - Duplicates</a:t>
            </a:r>
            <a:endParaRPr/>
          </a:p>
        </p:txBody>
      </p:sp>
      <p:sp>
        <p:nvSpPr>
          <p:cNvPr id="890" name="Google Shape;890;p1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numbers, check if any number is repeated in the list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#52 - Duplicates</a:t>
            </a:r>
            <a:endParaRPr/>
          </a:p>
        </p:txBody>
      </p:sp>
      <p:sp>
        <p:nvSpPr>
          <p:cNvPr id="896" name="Google Shape;896;p152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checkDuplicate(nums):</a:t>
            </a:r>
            <a:br>
              <a:rPr lang="en"/>
            </a:br>
            <a:r>
              <a:rPr lang="en"/>
              <a:t>	nums.sort()</a:t>
            </a:r>
            <a:br>
              <a:rPr lang="en"/>
            </a:br>
            <a:r>
              <a:rPr lang="en"/>
              <a:t>	for i in range(1, len(nums)):</a:t>
            </a:r>
            <a:br>
              <a:rPr lang="en"/>
            </a:br>
            <a:r>
              <a:rPr lang="en"/>
              <a:t>		if nums[i] == nums[i - 1]:</a:t>
            </a:r>
            <a:br>
              <a:rPr lang="en"/>
            </a:br>
            <a:r>
              <a:rPr lang="en"/>
              <a:t>			return True</a:t>
            </a:r>
            <a:br>
              <a:rPr lang="en"/>
            </a:br>
            <a:r>
              <a:rPr lang="en"/>
              <a:t>	return False</a:t>
            </a:r>
            <a:br>
              <a:rPr lang="en"/>
            </a:br>
            <a:r>
              <a:rPr lang="en"/>
              <a:t>numbers = input().split()</a:t>
            </a:r>
            <a:br>
              <a:rPr lang="en"/>
            </a:br>
            <a:r>
              <a:rPr lang="en"/>
              <a:t>numbers = [int(n) for n in numbers]</a:t>
            </a:r>
            <a:br>
              <a:rPr lang="en"/>
            </a:br>
            <a:r>
              <a:rPr lang="en"/>
              <a:t>print(checkDuplicate(numbers))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#53 - Two Sum</a:t>
            </a:r>
            <a:endParaRPr/>
          </a:p>
        </p:txBody>
      </p:sp>
      <p:sp>
        <p:nvSpPr>
          <p:cNvPr id="902" name="Google Shape;902;p1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n numbers and a target t, return true if two numbers in the list can sum up to t, and false otherwise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the same number can be used many times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#53 - Two Sum</a:t>
            </a:r>
            <a:endParaRPr/>
          </a:p>
        </p:txBody>
      </p:sp>
      <p:sp>
        <p:nvSpPr>
          <p:cNvPr id="908" name="Google Shape;908;p154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twoSum(nums, t):</a:t>
            </a:r>
            <a:br>
              <a:rPr lang="en"/>
            </a:br>
            <a:r>
              <a:rPr lang="en"/>
              <a:t>	numSet = set()</a:t>
            </a:r>
            <a:br>
              <a:rPr lang="en"/>
            </a:br>
            <a:r>
              <a:rPr lang="en"/>
              <a:t>	for num in nums:</a:t>
            </a:r>
            <a:br>
              <a:rPr lang="en"/>
            </a:br>
            <a:r>
              <a:rPr lang="en"/>
              <a:t>		numSet.add(num)</a:t>
            </a:r>
            <a:br>
              <a:rPr lang="en"/>
            </a:br>
            <a:r>
              <a:rPr lang="en"/>
              <a:t>	for num in nums:</a:t>
            </a:r>
            <a:br>
              <a:rPr lang="en"/>
            </a:br>
            <a:r>
              <a:rPr lang="en"/>
              <a:t>		rem = t - num</a:t>
            </a:r>
            <a:br>
              <a:rPr lang="en"/>
            </a:br>
            <a:r>
              <a:rPr lang="en"/>
              <a:t>		if rem in numSet:</a:t>
            </a:r>
            <a:br>
              <a:rPr lang="en"/>
            </a:br>
            <a:r>
              <a:rPr lang="en"/>
              <a:t>			return True</a:t>
            </a:r>
            <a:br>
              <a:rPr lang="en"/>
            </a:br>
            <a:r>
              <a:rPr lang="en"/>
              <a:t>	return False</a:t>
            </a:r>
            <a:br>
              <a:rPr lang="en"/>
            </a:br>
            <a:r>
              <a:rPr lang="en"/>
              <a:t>nums = input().split()</a:t>
            </a:r>
            <a:br>
              <a:rPr lang="en"/>
            </a:br>
            <a:r>
              <a:rPr lang="en"/>
              <a:t>t = int(input())</a:t>
            </a:r>
            <a:br>
              <a:rPr lang="en"/>
            </a:br>
            <a:r>
              <a:rPr lang="en"/>
              <a:t>nums = [int(num) for num in nums]</a:t>
            </a:r>
            <a:br>
              <a:rPr lang="en"/>
            </a:br>
            <a:r>
              <a:rPr lang="en"/>
              <a:t>print(twoSum(nums, t))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#14</a:t>
            </a:r>
            <a:endParaRPr/>
          </a:p>
        </p:txBody>
      </p:sp>
      <p:sp>
        <p:nvSpPr>
          <p:cNvPr id="914" name="Google Shape;914;p15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Dictionaries → {}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Key-Value pairs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keys must be unique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Indexed by keys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for fast access to values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#54 - Two Sum</a:t>
            </a:r>
            <a:endParaRPr/>
          </a:p>
        </p:txBody>
      </p:sp>
      <p:sp>
        <p:nvSpPr>
          <p:cNvPr id="920" name="Google Shape;920;p1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a list of numbers and a target t, return True if any 2 numbers can sum up to t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 that you </a:t>
            </a:r>
            <a:r>
              <a:rPr b="1" lang="en"/>
              <a:t>cannot</a:t>
            </a:r>
            <a:r>
              <a:rPr lang="en"/>
              <a:t> use the same element twice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#54 - Two Sum</a:t>
            </a:r>
            <a:endParaRPr/>
          </a:p>
        </p:txBody>
      </p:sp>
      <p:sp>
        <p:nvSpPr>
          <p:cNvPr id="926" name="Google Shape;926;p15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findTwoSum(nums, t):</a:t>
            </a:r>
            <a:br>
              <a:rPr lang="en"/>
            </a:br>
            <a:r>
              <a:rPr lang="en"/>
              <a:t>	indexMap = {}</a:t>
            </a:r>
            <a:br>
              <a:rPr lang="en"/>
            </a:br>
            <a:r>
              <a:rPr lang="en"/>
              <a:t>	for i, num in enumerate(nums):</a:t>
            </a:r>
            <a:br>
              <a:rPr lang="en"/>
            </a:br>
            <a:r>
              <a:rPr lang="en"/>
              <a:t>		indexMap[num] = i</a:t>
            </a:r>
            <a:br>
              <a:rPr lang="en"/>
            </a:br>
            <a:r>
              <a:rPr lang="en"/>
              <a:t>	for i, num in enumerate(nums):</a:t>
            </a:r>
            <a:br>
              <a:rPr lang="en"/>
            </a:br>
            <a:r>
              <a:rPr lang="en"/>
              <a:t>		rem = t - num</a:t>
            </a:r>
            <a:br>
              <a:rPr lang="en"/>
            </a:br>
            <a:r>
              <a:rPr lang="en"/>
              <a:t>		if rem in indexMap and indexMap[rem] != i:</a:t>
            </a:r>
            <a:br>
              <a:rPr lang="en"/>
            </a:br>
            <a:r>
              <a:rPr lang="en"/>
              <a:t>			return True</a:t>
            </a:r>
            <a:br>
              <a:rPr lang="en"/>
            </a:br>
            <a:r>
              <a:rPr lang="en"/>
              <a:t>	return False</a:t>
            </a:r>
            <a:br>
              <a:rPr lang="en"/>
            </a:br>
            <a:r>
              <a:rPr lang="en"/>
              <a:t>nums = input().split()</a:t>
            </a:r>
            <a:br>
              <a:rPr lang="en"/>
            </a:br>
            <a:r>
              <a:rPr lang="en"/>
              <a:t>nums = [int(n) for n in nums]</a:t>
            </a:r>
            <a:br>
              <a:rPr lang="en"/>
            </a:br>
            <a:r>
              <a:rPr lang="en"/>
              <a:t>t = int(input())</a:t>
            </a:r>
            <a:br>
              <a:rPr lang="en"/>
            </a:br>
            <a:r>
              <a:rPr lang="en"/>
              <a:t>print(findTwoSum(nums, t))</a:t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#55 - Anagrams</a:t>
            </a:r>
            <a:endParaRPr/>
          </a:p>
        </p:txBody>
      </p:sp>
      <p:sp>
        <p:nvSpPr>
          <p:cNvPr id="932" name="Google Shape;932;p1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2 strings s and t, check if they are anagrams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#55 - Anagrams</a:t>
            </a:r>
            <a:endParaRPr/>
          </a:p>
        </p:txBody>
      </p:sp>
      <p:sp>
        <p:nvSpPr>
          <p:cNvPr id="938" name="Google Shape;938;p159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import collections</a:t>
            </a:r>
            <a:br>
              <a:rPr lang="en"/>
            </a:br>
            <a:r>
              <a:rPr lang="en"/>
              <a:t>s = input()</a:t>
            </a:r>
            <a:br>
              <a:rPr lang="en"/>
            </a:br>
            <a:r>
              <a:rPr lang="en"/>
              <a:t>t = input()</a:t>
            </a:r>
            <a:br>
              <a:rPr lang="en"/>
            </a:br>
            <a:r>
              <a:rPr lang="en"/>
              <a:t>isAnagram = True</a:t>
            </a:r>
            <a:br>
              <a:rPr lang="en"/>
            </a:br>
            <a:r>
              <a:rPr lang="en"/>
              <a:t>freq = collections.defaultdict(int)</a:t>
            </a:r>
            <a:br>
              <a:rPr lang="en"/>
            </a:br>
            <a:r>
              <a:rPr lang="en"/>
              <a:t>for letter in s:</a:t>
            </a:r>
            <a:br>
              <a:rPr lang="en"/>
            </a:br>
            <a:r>
              <a:rPr lang="en"/>
              <a:t>	freq[letter] = freq[letter] + 1</a:t>
            </a:r>
            <a:br>
              <a:rPr lang="en"/>
            </a:br>
            <a:r>
              <a:rPr lang="en"/>
              <a:t>for letter in t:</a:t>
            </a:r>
            <a:br>
              <a:rPr lang="en"/>
            </a:br>
            <a:r>
              <a:rPr lang="en"/>
              <a:t>	freq[letter] = freq[letter] - 1</a:t>
            </a:r>
            <a:br>
              <a:rPr lang="en"/>
            </a:br>
            <a:r>
              <a:rPr lang="en"/>
              <a:t>for val in freq.values():</a:t>
            </a:r>
            <a:br>
              <a:rPr lang="en"/>
            </a:br>
            <a:r>
              <a:rPr lang="en"/>
              <a:t>	if val != 0:</a:t>
            </a:r>
            <a:br>
              <a:rPr lang="en"/>
            </a:br>
            <a:r>
              <a:rPr lang="en"/>
              <a:t>	isAnagram = False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if(isAnagram):</a:t>
            </a:r>
            <a:br>
              <a:rPr lang="en"/>
            </a:br>
            <a:r>
              <a:rPr lang="en"/>
              <a:t>	print(f'{s} and {t} are anagrams')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print(f'{s} and {t} are not anagrams')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#56 - Poker Hand</a:t>
            </a:r>
            <a:endParaRPr/>
          </a:p>
        </p:txBody>
      </p:sp>
      <p:sp>
        <p:nvSpPr>
          <p:cNvPr id="944" name="Google Shape;944;p1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https://open.kattis.com/problems/pokerhand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#56 - Poker Hand</a:t>
            </a:r>
            <a:endParaRPr/>
          </a:p>
        </p:txBody>
      </p:sp>
      <p:sp>
        <p:nvSpPr>
          <p:cNvPr id="950" name="Google Shape;950;p16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https://open.kattis.com/problems/pokerhand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= input().split()</a:t>
            </a:r>
            <a:br>
              <a:rPr lang="en"/>
            </a:br>
            <a:r>
              <a:rPr lang="en"/>
              <a:t>freq = dict()</a:t>
            </a:r>
            <a:br>
              <a:rPr lang="en"/>
            </a:br>
            <a:r>
              <a:rPr lang="en"/>
              <a:t>for d in data:</a:t>
            </a:r>
            <a:br>
              <a:rPr lang="en"/>
            </a:br>
            <a:r>
              <a:rPr lang="en"/>
              <a:t>	if d[0] in freq:</a:t>
            </a:r>
            <a:br>
              <a:rPr lang="en"/>
            </a:br>
            <a:r>
              <a:rPr lang="en"/>
              <a:t>		freq[d[0]] += 1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freq[d[0]] = 1</a:t>
            </a:r>
            <a:br>
              <a:rPr lang="en"/>
            </a:br>
            <a:r>
              <a:rPr lang="en"/>
              <a:t>print(max(freq.values()))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#57 - Bacon, Eggs, and Spam</a:t>
            </a:r>
            <a:endParaRPr/>
          </a:p>
        </p:txBody>
      </p:sp>
      <p:sp>
        <p:nvSpPr>
          <p:cNvPr id="956" name="Google Shape;956;p1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https://open.kattis.com/problems/baconeggsandspam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#57 - Bacon, Eggs, and Spam</a:t>
            </a:r>
            <a:endParaRPr/>
          </a:p>
        </p:txBody>
      </p:sp>
      <p:sp>
        <p:nvSpPr>
          <p:cNvPr id="962" name="Google Shape;962;p163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https://open.kattis.com/problems/baconeggsandspam</a:t>
            </a:r>
            <a:br>
              <a:rPr lang="en"/>
            </a:b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processOrder(order, items):</a:t>
            </a:r>
            <a:br>
              <a:rPr lang="en"/>
            </a:br>
            <a:r>
              <a:rPr lang="en"/>
              <a:t>	name = order[0]</a:t>
            </a:r>
            <a:br>
              <a:rPr lang="en"/>
            </a:br>
            <a:r>
              <a:rPr lang="en"/>
              <a:t>	for i in range(1, len(order)):</a:t>
            </a:r>
            <a:br>
              <a:rPr lang="en"/>
            </a:br>
            <a:r>
              <a:rPr lang="en"/>
              <a:t>		if order[i] not in items:</a:t>
            </a:r>
            <a:br>
              <a:rPr lang="en"/>
            </a:br>
            <a:r>
              <a:rPr lang="en"/>
              <a:t>			items[order[i]] = []</a:t>
            </a:r>
            <a:br>
              <a:rPr lang="en"/>
            </a:br>
            <a:r>
              <a:rPr lang="en"/>
              <a:t>		items[order[i]].append(name)</a:t>
            </a:r>
            <a:br>
              <a:rPr lang="en"/>
            </a:br>
            <a:r>
              <a:rPr lang="en"/>
              <a:t>while(True):</a:t>
            </a:r>
            <a:br>
              <a:rPr lang="en"/>
            </a:br>
            <a:r>
              <a:rPr lang="en"/>
              <a:t>	items = dict()</a:t>
            </a:r>
            <a:br>
              <a:rPr lang="en"/>
            </a:br>
            <a:r>
              <a:rPr lang="en"/>
              <a:t>	count = int(input())</a:t>
            </a:r>
            <a:br>
              <a:rPr lang="en"/>
            </a:br>
            <a:r>
              <a:rPr lang="en"/>
              <a:t>	if count == 0: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	for i in range(count):</a:t>
            </a:r>
            <a:br>
              <a:rPr lang="en"/>
            </a:br>
            <a:r>
              <a:rPr lang="en"/>
              <a:t>		order = input().split()</a:t>
            </a:r>
            <a:br>
              <a:rPr lang="en"/>
            </a:br>
            <a:r>
              <a:rPr lang="en"/>
              <a:t>		processOrder(order, items)</a:t>
            </a:r>
            <a:br>
              <a:rPr lang="en"/>
            </a:br>
            <a:r>
              <a:rPr lang="en"/>
              <a:t>	for key in sorted(items):</a:t>
            </a:r>
            <a:br>
              <a:rPr lang="en"/>
            </a:br>
            <a:r>
              <a:rPr lang="en"/>
              <a:t>		items[key].sort()</a:t>
            </a:r>
            <a:br>
              <a:rPr lang="en"/>
            </a:br>
            <a:r>
              <a:rPr lang="en"/>
              <a:t>		print(key, end = " ")</a:t>
            </a:r>
            <a:br>
              <a:rPr lang="en"/>
            </a:br>
            <a:r>
              <a:rPr lang="en"/>
              <a:t>		for name in items[key]:</a:t>
            </a:r>
            <a:br>
              <a:rPr lang="en"/>
            </a:br>
            <a:r>
              <a:rPr lang="en"/>
              <a:t>			print(name, end = " ")</a:t>
            </a:r>
            <a:br>
              <a:rPr lang="en"/>
            </a:br>
            <a:r>
              <a:rPr lang="en"/>
              <a:t>		print()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#58 - A New Alphabet	</a:t>
            </a:r>
            <a:endParaRPr/>
          </a:p>
        </p:txBody>
      </p:sp>
      <p:sp>
        <p:nvSpPr>
          <p:cNvPr id="968" name="Google Shape;968;p1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https://open.kattis.com/problems/anewalphabet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#58 - A New Alphabet</a:t>
            </a:r>
            <a:endParaRPr/>
          </a:p>
        </p:txBody>
      </p:sp>
      <p:sp>
        <p:nvSpPr>
          <p:cNvPr id="974" name="Google Shape;974;p16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https://open.kattis.com/problems/anewalphabet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#assume mapping is a dictionary with the new alphabets</a:t>
            </a:r>
            <a:br>
              <a:rPr lang="en"/>
            </a:br>
            <a:r>
              <a:rPr lang="en"/>
              <a:t>data = input()</a:t>
            </a:r>
            <a:br>
              <a:rPr lang="en"/>
            </a:br>
            <a:r>
              <a:rPr lang="en"/>
              <a:t>data = data.upper()</a:t>
            </a:r>
            <a:br>
              <a:rPr lang="en"/>
            </a:br>
            <a:r>
              <a:rPr lang="en"/>
              <a:t>result = ""</a:t>
            </a:r>
            <a:br>
              <a:rPr lang="en"/>
            </a:br>
            <a:r>
              <a:rPr lang="en"/>
              <a:t>for letter in data:</a:t>
            </a:r>
            <a:br>
              <a:rPr lang="en"/>
            </a:br>
            <a:r>
              <a:rPr lang="en"/>
              <a:t>	if letter in mapping:</a:t>
            </a:r>
            <a:br>
              <a:rPr lang="en"/>
            </a:br>
            <a:r>
              <a:rPr lang="en"/>
              <a:t>		result += mapping[letter]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result += letter</a:t>
            </a:r>
            <a:br>
              <a:rPr lang="en"/>
            </a:br>
            <a:r>
              <a:rPr lang="en"/>
              <a:t>print(result)</a:t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#59 - Un-bear-able Zoo</a:t>
            </a:r>
            <a:endParaRPr/>
          </a:p>
        </p:txBody>
      </p:sp>
      <p:sp>
        <p:nvSpPr>
          <p:cNvPr id="980" name="Google Shape;980;p1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https://open.kattis.com/problems/zoo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#59 - Un-bear-able Zoo</a:t>
            </a:r>
            <a:endParaRPr/>
          </a:p>
        </p:txBody>
      </p:sp>
      <p:sp>
        <p:nvSpPr>
          <p:cNvPr id="986" name="Google Shape;986;p16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https://open.kattis.com/problems/zoo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updateDict(animal, freq):</a:t>
            </a:r>
            <a:br>
              <a:rPr lang="en"/>
            </a:br>
            <a:r>
              <a:rPr lang="en"/>
              <a:t>	if animal not in freq:</a:t>
            </a:r>
            <a:br>
              <a:rPr lang="en"/>
            </a:br>
            <a:r>
              <a:rPr lang="en"/>
              <a:t>		freq[animal] = 0</a:t>
            </a:r>
            <a:br>
              <a:rPr lang="en"/>
            </a:br>
            <a:r>
              <a:rPr lang="en"/>
              <a:t>	freq[animal] += 1</a:t>
            </a:r>
            <a:br>
              <a:rPr lang="en"/>
            </a:br>
            <a:br>
              <a:rPr lang="en"/>
            </a:br>
            <a:r>
              <a:rPr lang="en"/>
              <a:t>def processTestCase(count):</a:t>
            </a:r>
            <a:br>
              <a:rPr lang="en"/>
            </a:br>
            <a:r>
              <a:rPr lang="en"/>
              <a:t>	freq = dict()</a:t>
            </a:r>
            <a:br>
              <a:rPr lang="en"/>
            </a:br>
            <a:r>
              <a:rPr lang="en"/>
              <a:t>	for _ in range(count):</a:t>
            </a:r>
            <a:br>
              <a:rPr lang="en"/>
            </a:br>
            <a:r>
              <a:rPr lang="en"/>
              <a:t>		data = input().split()</a:t>
            </a:r>
            <a:br>
              <a:rPr lang="en"/>
            </a:br>
            <a:r>
              <a:rPr lang="en"/>
              <a:t>		updateDict(data[-1].lower(), freq)</a:t>
            </a:r>
            <a:br>
              <a:rPr lang="en"/>
            </a:br>
            <a:r>
              <a:rPr lang="en"/>
              <a:t>	return freq</a:t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#59 - Un-bear-able Zoo contd.</a:t>
            </a:r>
            <a:endParaRPr/>
          </a:p>
        </p:txBody>
      </p:sp>
      <p:sp>
        <p:nvSpPr>
          <p:cNvPr id="992" name="Google Shape;992;p168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printOutput(testCase, freq):</a:t>
            </a:r>
            <a:br>
              <a:rPr lang="en"/>
            </a:br>
            <a:r>
              <a:rPr lang="en"/>
              <a:t>	print("List " + str(testCase) + ":")</a:t>
            </a:r>
            <a:br>
              <a:rPr lang="en"/>
            </a:br>
            <a:r>
              <a:rPr lang="en"/>
              <a:t>	for key in sorted(freq):</a:t>
            </a:r>
            <a:br>
              <a:rPr lang="en"/>
            </a:br>
            <a:r>
              <a:rPr lang="en"/>
              <a:t>		print(key + " | " + str(freq[key]))</a:t>
            </a:r>
            <a:br>
              <a:rPr lang="en"/>
            </a:br>
            <a:r>
              <a:rPr lang="en"/>
              <a:t>testCase = 1</a:t>
            </a:r>
            <a:br>
              <a:rPr lang="en"/>
            </a:br>
            <a:r>
              <a:rPr lang="en"/>
              <a:t>while(True):</a:t>
            </a:r>
            <a:br>
              <a:rPr lang="en"/>
            </a:br>
            <a:r>
              <a:rPr lang="en"/>
              <a:t>	num = int(input())</a:t>
            </a:r>
            <a:br>
              <a:rPr lang="en"/>
            </a:br>
            <a:r>
              <a:rPr lang="en"/>
              <a:t>	if(num == 0):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	else:</a:t>
            </a:r>
            <a:br>
              <a:rPr lang="en"/>
            </a:br>
            <a:r>
              <a:rPr lang="en"/>
              <a:t>		freq = processTestCase(num)</a:t>
            </a:r>
            <a:br>
              <a:rPr lang="en"/>
            </a:br>
            <a:r>
              <a:rPr lang="en"/>
              <a:t>	printOutput(testCase, freq)</a:t>
            </a:r>
            <a:br>
              <a:rPr lang="en"/>
            </a:br>
            <a:r>
              <a:rPr lang="en"/>
              <a:t>	testCase += 1</a:t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#60 - Triple Texting</a:t>
            </a:r>
            <a:endParaRPr/>
          </a:p>
        </p:txBody>
      </p:sp>
      <p:sp>
        <p:nvSpPr>
          <p:cNvPr id="998" name="Google Shape;998;p1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https://open.kattis.com/problems/tripletexting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#60 - Triple Texting</a:t>
            </a:r>
            <a:endParaRPr/>
          </a:p>
        </p:txBody>
      </p:sp>
      <p:sp>
        <p:nvSpPr>
          <p:cNvPr id="1004" name="Google Shape;1004;p170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https://open.kattis.com/problems/tripletexting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text = input()</a:t>
            </a:r>
            <a:br>
              <a:rPr lang="en"/>
            </a:br>
            <a:r>
              <a:rPr lang="en"/>
              <a:t>freq = dict()</a:t>
            </a:r>
            <a:br>
              <a:rPr lang="en"/>
            </a:br>
            <a:r>
              <a:rPr lang="en"/>
              <a:t>for i in range(0, 3):</a:t>
            </a:r>
            <a:br>
              <a:rPr lang="en"/>
            </a:br>
            <a:r>
              <a:rPr lang="en"/>
              <a:t>	word = text[i * len(text) // 3 : (i + 1) * len(text) // 3]</a:t>
            </a:r>
            <a:br>
              <a:rPr lang="en"/>
            </a:br>
            <a:r>
              <a:rPr lang="en"/>
              <a:t>	if word not in freq:</a:t>
            </a:r>
            <a:br>
              <a:rPr lang="en"/>
            </a:br>
            <a:r>
              <a:rPr lang="en"/>
              <a:t>		freq[word] = 0</a:t>
            </a:r>
            <a:br>
              <a:rPr lang="en"/>
            </a:br>
            <a:r>
              <a:rPr lang="en"/>
              <a:t>	freq[word] += 1</a:t>
            </a:r>
            <a:br>
              <a:rPr lang="en"/>
            </a:br>
            <a:r>
              <a:rPr lang="en"/>
              <a:t>	if(freq[word] == 2):</a:t>
            </a:r>
            <a:br>
              <a:rPr lang="en"/>
            </a:br>
            <a:r>
              <a:rPr lang="en"/>
              <a:t>		print(word)</a:t>
            </a:r>
            <a:br>
              <a:rPr lang="en"/>
            </a:br>
            <a:r>
              <a:rPr lang="en"/>
              <a:t>		break</a:t>
            </a:r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#16</a:t>
            </a:r>
            <a:endParaRPr/>
          </a:p>
        </p:txBody>
      </p:sp>
      <p:sp>
        <p:nvSpPr>
          <p:cNvPr id="1010" name="Google Shape;1010;p17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questions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#61 - Add Two Numbers</a:t>
            </a:r>
            <a:endParaRPr/>
          </a:p>
        </p:txBody>
      </p:sp>
      <p:sp>
        <p:nvSpPr>
          <p:cNvPr id="1016" name="Google Shape;1016;p1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https://open.kattis.com/problems/addtwonumbers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#61 - Add Two Numbers</a:t>
            </a:r>
            <a:endParaRPr/>
          </a:p>
        </p:txBody>
      </p:sp>
      <p:sp>
        <p:nvSpPr>
          <p:cNvPr id="1022" name="Google Shape;1022;p173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https://open.kattis.com/problems/addtwonumbers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x, y = input().split()</a:t>
            </a:r>
            <a:br>
              <a:rPr lang="en"/>
            </a:br>
            <a:r>
              <a:rPr lang="en"/>
              <a:t>x = int(x)</a:t>
            </a:r>
            <a:br>
              <a:rPr lang="en"/>
            </a:br>
            <a:r>
              <a:rPr lang="en"/>
              <a:t>y = int(y)</a:t>
            </a:r>
            <a:br>
              <a:rPr lang="en"/>
            </a:br>
            <a:r>
              <a:rPr lang="en"/>
              <a:t>print(x + y)</a:t>
            </a:r>
            <a:endParaRPr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#62 - Quality-Adjusted Life-Year</a:t>
            </a:r>
            <a:endParaRPr/>
          </a:p>
        </p:txBody>
      </p:sp>
      <p:sp>
        <p:nvSpPr>
          <p:cNvPr id="1028" name="Google Shape;1028;p1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https://open.kattis.com/problems/qaly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#62 - Quality-Adjusted Life-Year</a:t>
            </a:r>
            <a:endParaRPr/>
          </a:p>
        </p:txBody>
      </p:sp>
      <p:sp>
        <p:nvSpPr>
          <p:cNvPr id="1034" name="Google Shape;1034;p17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https://open.kattis.com/problems/qaly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= int(input())</a:t>
            </a:r>
            <a:br>
              <a:rPr lang="en"/>
            </a:br>
            <a:r>
              <a:rPr lang="en"/>
              <a:t>result = 0</a:t>
            </a:r>
            <a:br>
              <a:rPr lang="en"/>
            </a:br>
            <a:r>
              <a:rPr lang="en"/>
              <a:t>for _ in range(count) :</a:t>
            </a:r>
            <a:br>
              <a:rPr lang="en"/>
            </a:br>
            <a:r>
              <a:rPr lang="en"/>
              <a:t>	data = input().split()</a:t>
            </a:r>
            <a:br>
              <a:rPr lang="en"/>
            </a:br>
            <a:r>
              <a:rPr lang="en"/>
              <a:t>	result += (float(data[0]) * float(data[1]))</a:t>
            </a:r>
            <a:br>
              <a:rPr lang="en"/>
            </a:br>
            <a:r>
              <a:rPr lang="en"/>
              <a:t>print(result)</a:t>
            </a:r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#63 - Modulo</a:t>
            </a:r>
            <a:endParaRPr/>
          </a:p>
        </p:txBody>
      </p:sp>
      <p:sp>
        <p:nvSpPr>
          <p:cNvPr id="1040" name="Google Shape;1040;p1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https://open.kattis.com/problems/modulo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#63 - Modulo</a:t>
            </a:r>
            <a:endParaRPr/>
          </a:p>
        </p:txBody>
      </p:sp>
      <p:sp>
        <p:nvSpPr>
          <p:cNvPr id="1046" name="Google Shape;1046;p177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https://open.kattis.com/problems/modulo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distinct = set()</a:t>
            </a:r>
            <a:br>
              <a:rPr lang="en"/>
            </a:br>
            <a:r>
              <a:rPr lang="en"/>
              <a:t>for _ in range(10):</a:t>
            </a:r>
            <a:br>
              <a:rPr lang="en"/>
            </a:br>
            <a:r>
              <a:rPr lang="en"/>
              <a:t>	distinct.add(int(input()) % 42)</a:t>
            </a:r>
            <a:br>
              <a:rPr lang="en"/>
            </a:br>
            <a:r>
              <a:rPr lang="en"/>
              <a:t>print(len(distinct))</a:t>
            </a:r>
            <a:endParaRPr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#64 - Magic Trick</a:t>
            </a:r>
            <a:endParaRPr/>
          </a:p>
        </p:txBody>
      </p:sp>
      <p:sp>
        <p:nvSpPr>
          <p:cNvPr id="1052" name="Google Shape;1052;p1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https://open.kattis.com/problems/magictrick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#64 - Magic Trick</a:t>
            </a:r>
            <a:endParaRPr/>
          </a:p>
        </p:txBody>
      </p:sp>
      <p:sp>
        <p:nvSpPr>
          <p:cNvPr id="1058" name="Google Shape;1058;p179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https://open.kattis.com/problems/magictrick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word = input()</a:t>
            </a:r>
            <a:br>
              <a:rPr lang="en"/>
            </a:br>
            <a:r>
              <a:rPr lang="en"/>
              <a:t>letters = set()</a:t>
            </a:r>
            <a:br>
              <a:rPr lang="en"/>
            </a:br>
            <a:r>
              <a:rPr lang="en"/>
              <a:t>canTell = 1</a:t>
            </a:r>
            <a:br>
              <a:rPr lang="en"/>
            </a:br>
            <a:r>
              <a:rPr lang="en"/>
              <a:t>for letter in word:</a:t>
            </a:r>
            <a:br>
              <a:rPr lang="en"/>
            </a:br>
            <a:r>
              <a:rPr lang="en"/>
              <a:t>	if letter in letters:</a:t>
            </a:r>
            <a:br>
              <a:rPr lang="en"/>
            </a:br>
            <a:r>
              <a:rPr lang="en"/>
              <a:t>		canTell = 0</a:t>
            </a:r>
            <a:br>
              <a:rPr lang="en"/>
            </a:br>
            <a:r>
              <a:rPr lang="en"/>
              <a:t>		break</a:t>
            </a:r>
            <a:br>
              <a:rPr lang="en"/>
            </a:br>
            <a:r>
              <a:rPr lang="en"/>
              <a:t>	letters.add(letter)</a:t>
            </a:r>
            <a:br>
              <a:rPr lang="en"/>
            </a:br>
            <a:r>
              <a:rPr lang="en"/>
              <a:t>print(canTell)</a:t>
            </a:r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#65 - Jumbo Javelin	</a:t>
            </a:r>
            <a:endParaRPr/>
          </a:p>
        </p:txBody>
      </p:sp>
      <p:sp>
        <p:nvSpPr>
          <p:cNvPr id="1064" name="Google Shape;1064;p1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https://open.kattis.com/problems/jumbojavelin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#65 - Jumbo Javelin	</a:t>
            </a:r>
            <a:endParaRPr/>
          </a:p>
        </p:txBody>
      </p:sp>
      <p:sp>
        <p:nvSpPr>
          <p:cNvPr id="1070" name="Google Shape;1070;p181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https://open.kattis.com/problems/jumbojavelin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= int(input())</a:t>
            </a:r>
            <a:br>
              <a:rPr lang="en"/>
            </a:br>
            <a:r>
              <a:rPr lang="en"/>
              <a:t>result = int(input())</a:t>
            </a:r>
            <a:br>
              <a:rPr lang="en"/>
            </a:br>
            <a:r>
              <a:rPr lang="en"/>
              <a:t>for i in range(1, count):</a:t>
            </a:r>
            <a:br>
              <a:rPr lang="en"/>
            </a:br>
            <a:r>
              <a:rPr lang="en"/>
              <a:t>	rod = int(input())</a:t>
            </a:r>
            <a:br>
              <a:rPr lang="en"/>
            </a:br>
            <a:r>
              <a:rPr lang="en"/>
              <a:t>	result += rod - 1</a:t>
            </a:r>
            <a:br>
              <a:rPr lang="en"/>
            </a:br>
            <a:r>
              <a:rPr lang="en"/>
              <a:t>print(result)</a:t>
            </a:r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#17</a:t>
            </a:r>
            <a:endParaRPr/>
          </a:p>
        </p:txBody>
      </p:sp>
      <p:sp>
        <p:nvSpPr>
          <p:cNvPr id="1076" name="Google Shape;1076;p1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questions continued</a:t>
            </a:r>
            <a:endParaRPr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#66 - Stand on Zanzibar</a:t>
            </a:r>
            <a:endParaRPr/>
          </a:p>
        </p:txBody>
      </p:sp>
      <p:sp>
        <p:nvSpPr>
          <p:cNvPr id="1082" name="Google Shape;1082;p1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https://open.kattis.com/problems/zanzibar</a:t>
            </a:r>
            <a:br>
              <a:rPr lang="en"/>
            </a:b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#66 - Stand on Zanzibar</a:t>
            </a:r>
            <a:endParaRPr/>
          </a:p>
        </p:txBody>
      </p:sp>
      <p:sp>
        <p:nvSpPr>
          <p:cNvPr id="1088" name="Google Shape;1088;p184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https://open.kattis.com/problems/zanzibar</a:t>
            </a:r>
            <a:br>
              <a:rPr lang="en"/>
            </a:b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 getCount(numbers):</a:t>
            </a:r>
            <a:br>
              <a:rPr lang="en"/>
            </a:br>
            <a:r>
              <a:rPr lang="en"/>
              <a:t>	numbers.pop()</a:t>
            </a:r>
            <a:br>
              <a:rPr lang="en"/>
            </a:br>
            <a:r>
              <a:rPr lang="en"/>
              <a:t>	count = 0</a:t>
            </a:r>
            <a:br>
              <a:rPr lang="en"/>
            </a:br>
            <a:r>
              <a:rPr lang="en"/>
              <a:t>	for i in range(1, len(numbers)):</a:t>
            </a:r>
            <a:br>
              <a:rPr lang="en"/>
            </a:br>
            <a:r>
              <a:rPr lang="en"/>
              <a:t>		added = numbers[i] - 2 * numbers[i - 1]</a:t>
            </a:r>
            <a:br>
              <a:rPr lang="en"/>
            </a:br>
            <a:r>
              <a:rPr lang="en"/>
              <a:t>		if added &gt; 0:</a:t>
            </a:r>
            <a:br>
              <a:rPr lang="en"/>
            </a:br>
            <a:r>
              <a:rPr lang="en"/>
              <a:t>			count += added</a:t>
            </a:r>
            <a:br>
              <a:rPr lang="en"/>
            </a:br>
            <a:r>
              <a:rPr lang="en"/>
              <a:t>	return count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count = 0</a:t>
            </a:r>
            <a:br>
              <a:rPr lang="en"/>
            </a:br>
            <a:r>
              <a:rPr lang="en"/>
              <a:t>	numbers = input().split() </a:t>
            </a:r>
            <a:br>
              <a:rPr lang="en"/>
            </a:br>
            <a:r>
              <a:rPr lang="en"/>
              <a:t>	numbers = [int(n) for n in numbers]</a:t>
            </a:r>
            <a:br>
              <a:rPr lang="en"/>
            </a:br>
            <a:r>
              <a:rPr lang="en"/>
              <a:t>	count = getCount(numbers)</a:t>
            </a:r>
            <a:br>
              <a:rPr lang="en"/>
            </a:br>
            <a:r>
              <a:rPr lang="en"/>
              <a:t>	print(count)</a:t>
            </a:r>
            <a:endParaRPr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#67 - Sort Two Numbers</a:t>
            </a:r>
            <a:endParaRPr/>
          </a:p>
        </p:txBody>
      </p:sp>
      <p:sp>
        <p:nvSpPr>
          <p:cNvPr id="1094" name="Google Shape;1094;p1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https://open.kattis.com/problems/sorttwonumbers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#67 - Sort Two Numbers</a:t>
            </a:r>
            <a:endParaRPr/>
          </a:p>
        </p:txBody>
      </p:sp>
      <p:sp>
        <p:nvSpPr>
          <p:cNvPr id="1100" name="Google Shape;1100;p186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https://open.kattis.com/problems/sorttwonumbers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num1, num2 = input().split()</a:t>
            </a:r>
            <a:br>
              <a:rPr lang="en"/>
            </a:br>
            <a:r>
              <a:rPr lang="en"/>
              <a:t>num1 = int(num1)</a:t>
            </a:r>
            <a:br>
              <a:rPr lang="en"/>
            </a:br>
            <a:r>
              <a:rPr lang="en"/>
              <a:t>num2 = int(num2)</a:t>
            </a:r>
            <a:br>
              <a:rPr lang="en"/>
            </a:br>
            <a:r>
              <a:rPr lang="en"/>
              <a:t>print((str(num2) + " " + str(num1)) if num2 &lt; num1 else (str(num1) + " " + str(num2)))</a:t>
            </a:r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#68 - Is It Halloween</a:t>
            </a:r>
            <a:endParaRPr/>
          </a:p>
        </p:txBody>
      </p:sp>
      <p:sp>
        <p:nvSpPr>
          <p:cNvPr id="1106" name="Google Shape;1106;p1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https://open.kattis.com/problems/isithalloween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#68 - Is It Halloween	</a:t>
            </a:r>
            <a:endParaRPr/>
          </a:p>
        </p:txBody>
      </p:sp>
      <p:sp>
        <p:nvSpPr>
          <p:cNvPr id="1112" name="Google Shape;1112;p188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https://open.kattis.com/problems/isithalloween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dateInput = input()</a:t>
            </a:r>
            <a:br>
              <a:rPr lang="en"/>
            </a:br>
            <a:r>
              <a:rPr lang="en"/>
              <a:t>if dateInput == "DEC 25" or dateInput == "OCT 31":</a:t>
            </a:r>
            <a:br>
              <a:rPr lang="en"/>
            </a:br>
            <a:r>
              <a:rPr lang="en"/>
              <a:t>	print('yup')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print('nope')</a:t>
            </a:r>
            <a:endParaRPr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#69 - Quick Estimates</a:t>
            </a:r>
            <a:endParaRPr/>
          </a:p>
        </p:txBody>
      </p:sp>
      <p:sp>
        <p:nvSpPr>
          <p:cNvPr id="1118" name="Google Shape;1118;p1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https://open.kattis.com/problems/quickestimate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#69 -	Quick Estimates</a:t>
            </a:r>
            <a:endParaRPr/>
          </a:p>
        </p:txBody>
      </p:sp>
      <p:sp>
        <p:nvSpPr>
          <p:cNvPr id="1124" name="Google Shape;1124;p190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https://open.kattis.com/problems/quickestimate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 getDigitCount(num):</a:t>
            </a:r>
            <a:br>
              <a:rPr lang="en"/>
            </a:br>
            <a:r>
              <a:rPr lang="en"/>
              <a:t>	if num == 0:</a:t>
            </a:r>
            <a:br>
              <a:rPr lang="en"/>
            </a:br>
            <a:r>
              <a:rPr lang="en"/>
              <a:t>		return 1</a:t>
            </a:r>
            <a:br>
              <a:rPr lang="en"/>
            </a:br>
            <a:r>
              <a:rPr lang="en"/>
              <a:t>	count = 0</a:t>
            </a:r>
            <a:br>
              <a:rPr lang="en"/>
            </a:br>
            <a:r>
              <a:rPr lang="en"/>
              <a:t>	while(num != 0):</a:t>
            </a:r>
            <a:br>
              <a:rPr lang="en"/>
            </a:br>
            <a:r>
              <a:rPr lang="en"/>
              <a:t>		count += 1</a:t>
            </a:r>
            <a:br>
              <a:rPr lang="en"/>
            </a:br>
            <a:r>
              <a:rPr lang="en"/>
              <a:t>		num //= 10</a:t>
            </a:r>
            <a:br>
              <a:rPr lang="en"/>
            </a:br>
            <a:r>
              <a:rPr lang="en"/>
              <a:t>	return count</a:t>
            </a:r>
            <a:br>
              <a:rPr lang="en"/>
            </a:br>
            <a:r>
              <a:rPr lang="en"/>
              <a:t>count = int(input())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print(getDigitCount(int(input())))</a:t>
            </a:r>
            <a:endParaRPr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#70 - Aaah!</a:t>
            </a:r>
            <a:endParaRPr/>
          </a:p>
        </p:txBody>
      </p:sp>
      <p:sp>
        <p:nvSpPr>
          <p:cNvPr id="1130" name="Google Shape;1130;p1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https://open.kattis.com/problems/aaah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#70 -	Aaah!</a:t>
            </a:r>
            <a:endParaRPr/>
          </a:p>
        </p:txBody>
      </p:sp>
      <p:sp>
        <p:nvSpPr>
          <p:cNvPr id="1136" name="Google Shape;1136;p192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https://open.kattis.com/problems/aaah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possible = input()</a:t>
            </a:r>
            <a:br>
              <a:rPr lang="en"/>
            </a:br>
            <a:r>
              <a:rPr lang="en"/>
              <a:t>required = input()</a:t>
            </a:r>
            <a:br>
              <a:rPr lang="en"/>
            </a:br>
            <a:r>
              <a:rPr lang="en"/>
              <a:t>if len(possible) &gt;= len(required):</a:t>
            </a:r>
            <a:br>
              <a:rPr lang="en"/>
            </a:br>
            <a:r>
              <a:rPr lang="en"/>
              <a:t>	print('go')</a:t>
            </a:r>
            <a:br>
              <a:rPr lang="en"/>
            </a:br>
            <a:r>
              <a:rPr lang="en"/>
              <a:t>else:</a:t>
            </a:r>
            <a:br>
              <a:rPr lang="en"/>
            </a:br>
            <a:r>
              <a:rPr lang="en"/>
              <a:t>	print('no')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#18 contd.</a:t>
            </a:r>
            <a:endParaRPr/>
          </a:p>
        </p:txBody>
      </p:sp>
      <p:sp>
        <p:nvSpPr>
          <p:cNvPr id="1142" name="Google Shape;1142;p1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Exception Handling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Exceptions are what happens when something in your program goes wrong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Python checks if we have ‘handled’ the exception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exception is not handled in our code, the program ‘crashes’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- contains the code which can cause an exception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- contains the code to handle the exception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Finally - contains the code that is always executed at the end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#71 - Division</a:t>
            </a:r>
            <a:endParaRPr/>
          </a:p>
        </p:txBody>
      </p:sp>
      <p:sp>
        <p:nvSpPr>
          <p:cNvPr id="1148" name="Google Shape;1148;p1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https://www.hackerrank.com/challenges/exceptions/problem?isFullScreen=true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#71 -	Division</a:t>
            </a:r>
            <a:endParaRPr/>
          </a:p>
        </p:txBody>
      </p:sp>
      <p:sp>
        <p:nvSpPr>
          <p:cNvPr id="1154" name="Google Shape;1154;p195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https://www.hackerrank.com/challenges/exceptions/problem?isFullScreen=true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 = int(input())</a:t>
            </a:r>
            <a:br>
              <a:rPr lang="en"/>
            </a:br>
            <a:r>
              <a:rPr lang="en"/>
              <a:t>for _ in range(count):</a:t>
            </a:r>
            <a:br>
              <a:rPr lang="en"/>
            </a:br>
            <a:r>
              <a:rPr lang="en"/>
              <a:t>	nums = input().split()</a:t>
            </a:r>
            <a:br>
              <a:rPr lang="en"/>
            </a:br>
            <a:r>
              <a:rPr lang="en"/>
              <a:t>	try:</a:t>
            </a:r>
            <a:br>
              <a:rPr lang="en"/>
            </a:br>
            <a:r>
              <a:rPr lang="en"/>
              <a:t>		print(int(nums[0]) // int(nums[1]))</a:t>
            </a:r>
            <a:br>
              <a:rPr lang="en"/>
            </a:br>
            <a:r>
              <a:rPr lang="en"/>
              <a:t>	except ValueError as ve:</a:t>
            </a:r>
            <a:br>
              <a:rPr lang="en"/>
            </a:br>
            <a:r>
              <a:rPr lang="en"/>
              <a:t>		print('Error Code: ' + str(ve))</a:t>
            </a:r>
            <a:br>
              <a:rPr lang="en"/>
            </a:br>
            <a:r>
              <a:rPr lang="en"/>
              <a:t>	except ZeroDivisionError as ze:</a:t>
            </a:r>
            <a:br>
              <a:rPr lang="en"/>
            </a:br>
            <a:r>
              <a:rPr lang="en"/>
              <a:t>		print('Error Code: ' + str(ze))</a:t>
            </a:r>
            <a:endParaRPr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#19</a:t>
            </a:r>
            <a:endParaRPr/>
          </a:p>
        </p:txBody>
      </p:sp>
      <p:sp>
        <p:nvSpPr>
          <p:cNvPr id="1160" name="Google Shape;1160;p1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200"/>
              <a:t>Working with files in Python: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Opening a file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Reading a file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Writing a file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Appending to a file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Text vs. binary files</a:t>
            </a:r>
            <a:endParaRPr sz="220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#72 - Add Numbers in a File</a:t>
            </a:r>
            <a:endParaRPr/>
          </a:p>
        </p:txBody>
      </p:sp>
      <p:sp>
        <p:nvSpPr>
          <p:cNvPr id="1166" name="Google Shape;1166;p1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200"/>
              <a:t>Given a text file with one number on each line, return the sum of the numbers in the file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Take the file name as input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Check whether the file exists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Validate the data in the file</a:t>
            </a:r>
            <a:endParaRPr sz="220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r>
              <a:rPr lang="en"/>
              <a:t> #72 - Add Numbers in a File</a:t>
            </a:r>
            <a:endParaRPr/>
          </a:p>
        </p:txBody>
      </p:sp>
      <p:sp>
        <p:nvSpPr>
          <p:cNvPr id="1172" name="Google Shape;1172;p1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filename = input()</a:t>
            </a:r>
            <a:br>
              <a:rPr lang="en" sz="2200"/>
            </a:br>
            <a:r>
              <a:rPr lang="en" sz="2200"/>
              <a:t>try:</a:t>
            </a:r>
            <a:br>
              <a:rPr lang="en" sz="2200"/>
            </a:br>
            <a:r>
              <a:rPr lang="en" sz="2200"/>
              <a:t>	file = open(filename)</a:t>
            </a:r>
            <a:br>
              <a:rPr lang="en" sz="2200"/>
            </a:br>
            <a:r>
              <a:rPr lang="en" sz="2200"/>
              <a:t>except IOError as e:</a:t>
            </a:r>
            <a:br>
              <a:rPr lang="en" sz="2200"/>
            </a:br>
            <a:r>
              <a:rPr lang="en" sz="2200"/>
              <a:t>	print(e)</a:t>
            </a:r>
            <a:br>
              <a:rPr lang="en" sz="2200"/>
            </a:br>
            <a:r>
              <a:rPr lang="en" sz="2200"/>
              <a:t>try:</a:t>
            </a:r>
            <a:br>
              <a:rPr lang="en" sz="2200"/>
            </a:br>
            <a:r>
              <a:rPr lang="en" sz="2200"/>
              <a:t>	total = 0</a:t>
            </a:r>
            <a:br>
              <a:rPr lang="en" sz="2200"/>
            </a:br>
            <a:r>
              <a:rPr lang="en" sz="2200"/>
              <a:t>	for line in file:</a:t>
            </a:r>
            <a:br>
              <a:rPr lang="en" sz="2200"/>
            </a:br>
            <a:r>
              <a:rPr lang="en" sz="2200"/>
              <a:t>		try:</a:t>
            </a:r>
            <a:br>
              <a:rPr lang="en" sz="2200"/>
            </a:br>
            <a:r>
              <a:rPr lang="en" sz="2200"/>
              <a:t>			line = int(line)</a:t>
            </a:r>
            <a:br>
              <a:rPr lang="en" sz="2200"/>
            </a:br>
            <a:r>
              <a:rPr lang="en" sz="2200"/>
              <a:t>			total += line</a:t>
            </a:r>
            <a:br>
              <a:rPr lang="en" sz="2200"/>
            </a:br>
            <a:r>
              <a:rPr lang="en" sz="2200"/>
              <a:t>		except (ValueError, TypeError) as e:</a:t>
            </a:r>
            <a:br>
              <a:rPr lang="en" sz="2200"/>
            </a:br>
            <a:r>
              <a:rPr lang="en" sz="2200"/>
              <a:t>			print(e)</a:t>
            </a:r>
            <a:br>
              <a:rPr lang="en" sz="2200"/>
            </a:br>
            <a:r>
              <a:rPr lang="en" sz="2200"/>
              <a:t>	print(total) </a:t>
            </a:r>
            <a:br>
              <a:rPr lang="en" sz="2200"/>
            </a:br>
            <a:r>
              <a:rPr lang="en" sz="2200"/>
              <a:t>	file.close()</a:t>
            </a:r>
            <a:br>
              <a:rPr lang="en" sz="2200"/>
            </a:br>
            <a:r>
              <a:rPr lang="en" sz="2200"/>
              <a:t>except NameError:</a:t>
            </a:r>
            <a:br>
              <a:rPr lang="en" sz="2200"/>
            </a:br>
            <a:r>
              <a:rPr lang="en" sz="2200"/>
              <a:t>	pass</a:t>
            </a:r>
            <a:endParaRPr sz="220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#73 - Replace Words</a:t>
            </a:r>
            <a:endParaRPr/>
          </a:p>
        </p:txBody>
      </p:sp>
      <p:sp>
        <p:nvSpPr>
          <p:cNvPr id="1178" name="Google Shape;1178;p1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200"/>
              <a:t>Given a text file as input, replace all occurrences of ‘Lorem’ with ‘LOREM’</a:t>
            </a:r>
            <a:endParaRPr sz="220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2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#73 - Replace Words</a:t>
            </a:r>
            <a:endParaRPr/>
          </a:p>
        </p:txBody>
      </p:sp>
      <p:sp>
        <p:nvSpPr>
          <p:cNvPr id="1184" name="Google Shape;1184;p20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filename = 'data.txt'</a:t>
            </a:r>
            <a:br>
              <a:rPr lang="en" sz="2200"/>
            </a:br>
            <a:r>
              <a:rPr lang="en" sz="2200"/>
              <a:t>file = open(filename)</a:t>
            </a:r>
            <a:br>
              <a:rPr lang="en" sz="2200"/>
            </a:br>
            <a:r>
              <a:rPr lang="en" sz="2200"/>
              <a:t>lines = file.read()</a:t>
            </a:r>
            <a:br>
              <a:rPr lang="en" sz="2200"/>
            </a:br>
            <a:r>
              <a:rPr lang="en" sz="2200"/>
              <a:t>file.close()</a:t>
            </a:r>
            <a:br>
              <a:rPr lang="en" sz="2200"/>
            </a:br>
            <a:r>
              <a:rPr lang="en" sz="2200"/>
              <a:t>lines = lines.replace('Lorem', "LOREM")</a:t>
            </a:r>
            <a:br>
              <a:rPr lang="en" sz="2200"/>
            </a:br>
            <a:r>
              <a:rPr lang="en" sz="2200"/>
              <a:t>file = open(filename, 'w')</a:t>
            </a:r>
            <a:br>
              <a:rPr lang="en" sz="2200"/>
            </a:br>
            <a:r>
              <a:rPr lang="en" sz="2200"/>
              <a:t>file.write(lines)</a:t>
            </a:r>
            <a:br>
              <a:rPr lang="en" sz="2200"/>
            </a:br>
            <a:r>
              <a:rPr lang="en" sz="2200"/>
              <a:t>file.close()</a:t>
            </a:r>
            <a:endParaRPr sz="220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</a:t>
            </a:r>
            <a:r>
              <a:rPr lang="en"/>
              <a:t> #20</a:t>
            </a:r>
            <a:endParaRPr/>
          </a:p>
        </p:txBody>
      </p:sp>
      <p:sp>
        <p:nvSpPr>
          <p:cNvPr id="1190" name="Google Shape;1190;p2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Format operator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% operator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Command line arguments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Data </a:t>
            </a:r>
            <a:r>
              <a:rPr lang="en" sz="2200"/>
              <a:t>passed</a:t>
            </a:r>
            <a:r>
              <a:rPr lang="en" sz="2200"/>
              <a:t> to program while executing it (not the same as stdin)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Allows us to pass information into the program without hard-coding it, in cases when we do not want user interaction after the program begins execution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Important in automation - Kattis test case execution</a:t>
            </a:r>
            <a:endParaRPr sz="220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2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#74 - Copy File Data</a:t>
            </a:r>
            <a:endParaRPr/>
          </a:p>
        </p:txBody>
      </p:sp>
      <p:sp>
        <p:nvSpPr>
          <p:cNvPr id="1196" name="Google Shape;1196;p2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Take n command line arguments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 first n - 1 arguments are input file names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 data in these files should be copied into the nth file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Create the file if it does not exist, append to the file if it does exist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2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#74 - Copy File Data</a:t>
            </a:r>
            <a:endParaRPr/>
          </a:p>
        </p:txBody>
      </p:sp>
      <p:sp>
        <p:nvSpPr>
          <p:cNvPr id="1202" name="Google Shape;1202;p2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import sys</a:t>
            </a:r>
            <a:br>
              <a:rPr lang="en" sz="2200"/>
            </a:br>
            <a:r>
              <a:rPr lang="en" sz="2200"/>
              <a:t>data = sys.argv</a:t>
            </a:r>
            <a:br>
              <a:rPr lang="en" sz="2200"/>
            </a:br>
            <a:r>
              <a:rPr lang="en" sz="2200"/>
              <a:t>buffer = ""</a:t>
            </a:r>
            <a:br>
              <a:rPr lang="en" sz="2200"/>
            </a:br>
            <a:r>
              <a:rPr lang="en" sz="2200"/>
              <a:t>for i in range(1, len(data) - 1):</a:t>
            </a:r>
            <a:br>
              <a:rPr lang="en" sz="2200"/>
            </a:br>
            <a:r>
              <a:rPr lang="en" sz="2200"/>
              <a:t>	try:</a:t>
            </a:r>
            <a:br>
              <a:rPr lang="en" sz="2200"/>
            </a:br>
            <a:r>
              <a:rPr lang="en" sz="2200"/>
              <a:t>		file = open(data[i])</a:t>
            </a:r>
            <a:br>
              <a:rPr lang="en" sz="2200"/>
            </a:br>
            <a:r>
              <a:rPr lang="en" sz="2200"/>
              <a:t>		buffer = buffer + file.read()</a:t>
            </a:r>
            <a:br>
              <a:rPr lang="en" sz="2200"/>
            </a:br>
            <a:r>
              <a:rPr lang="en" sz="2200"/>
              <a:t>		print(buffer)</a:t>
            </a:r>
            <a:br>
              <a:rPr lang="en" sz="2200"/>
            </a:br>
            <a:r>
              <a:rPr lang="en" sz="2200"/>
              <a:t>		file.close()</a:t>
            </a:r>
            <a:br>
              <a:rPr lang="en" sz="2200"/>
            </a:br>
            <a:r>
              <a:rPr lang="en" sz="2200"/>
              <a:t>	except IOError:</a:t>
            </a:r>
            <a:br>
              <a:rPr lang="en" sz="2200"/>
            </a:br>
            <a:r>
              <a:rPr lang="en" sz="2200"/>
              <a:t>		pass</a:t>
            </a:r>
            <a:br>
              <a:rPr lang="en" sz="2200"/>
            </a:br>
            <a:r>
              <a:rPr lang="en" sz="2200"/>
              <a:t>outputFile = open(data[-1], 'a')</a:t>
            </a:r>
            <a:br>
              <a:rPr lang="en" sz="2200"/>
            </a:br>
            <a:r>
              <a:rPr lang="en" sz="2200"/>
              <a:t>outputFile.write(buffer)</a:t>
            </a:r>
            <a:br>
              <a:rPr lang="en" sz="2200"/>
            </a:br>
            <a:r>
              <a:rPr lang="en" sz="2200"/>
              <a:t>outputFile.close() </a:t>
            </a:r>
            <a:endParaRPr sz="220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#22</a:t>
            </a:r>
            <a:endParaRPr/>
          </a:p>
        </p:txBody>
      </p:sp>
      <p:sp>
        <p:nvSpPr>
          <p:cNvPr id="1208" name="Google Shape;1208;p20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Modules 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Files containing python code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Package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Collection of modules</a:t>
            </a:r>
            <a:endParaRPr sz="22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2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#75 - Fibonacci Module</a:t>
            </a:r>
            <a:endParaRPr/>
          </a:p>
        </p:txBody>
      </p:sp>
      <p:sp>
        <p:nvSpPr>
          <p:cNvPr id="1214" name="Google Shape;1214;p20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Create a module that returns 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the first ‘n’ fibonacci numbers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only the nth </a:t>
            </a:r>
            <a:r>
              <a:rPr lang="en" sz="2200"/>
              <a:t>fibonacci</a:t>
            </a:r>
            <a:r>
              <a:rPr lang="en" sz="2200"/>
              <a:t> number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2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r>
              <a:rPr lang="en"/>
              <a:t> #75 - Fibonacci Module</a:t>
            </a:r>
            <a:endParaRPr/>
          </a:p>
        </p:txBody>
      </p:sp>
      <p:sp>
        <p:nvSpPr>
          <p:cNvPr id="1220" name="Google Shape;1220;p206"/>
          <p:cNvSpPr txBox="1"/>
          <p:nvPr>
            <p:ph idx="1" type="body"/>
          </p:nvPr>
        </p:nvSpPr>
        <p:spPr>
          <a:xfrm>
            <a:off x="311700" y="1152475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fibo = []</a:t>
            </a:r>
            <a:br>
              <a:rPr lang="en"/>
            </a:br>
            <a:r>
              <a:rPr lang="en"/>
              <a:t>def getNthFibonacci(n):</a:t>
            </a:r>
            <a:br>
              <a:rPr lang="en"/>
            </a:br>
            <a:r>
              <a:rPr lang="en"/>
              <a:t>	if n == 1:</a:t>
            </a:r>
            <a:br>
              <a:rPr lang="en"/>
            </a:br>
            <a:r>
              <a:rPr lang="en"/>
              <a:t>		return 0</a:t>
            </a:r>
            <a:br>
              <a:rPr lang="en"/>
            </a:br>
            <a:r>
              <a:rPr lang="en"/>
              <a:t>	if n == 2:</a:t>
            </a:r>
            <a:br>
              <a:rPr lang="en"/>
            </a:br>
            <a:r>
              <a:rPr lang="en"/>
              <a:t>		return 1</a:t>
            </a:r>
            <a:br>
              <a:rPr lang="en"/>
            </a:br>
            <a:r>
              <a:rPr lang="en"/>
              <a:t>	first = 0</a:t>
            </a:r>
            <a:br>
              <a:rPr lang="en"/>
            </a:br>
            <a:r>
              <a:rPr lang="en"/>
              <a:t>	second = 1</a:t>
            </a:r>
            <a:br>
              <a:rPr lang="en"/>
            </a:br>
            <a:r>
              <a:rPr lang="en"/>
              <a:t>	fibo.append(first)</a:t>
            </a:r>
            <a:br>
              <a:rPr lang="en"/>
            </a:br>
            <a:r>
              <a:rPr lang="en"/>
              <a:t>	fibo.append(second)</a:t>
            </a:r>
            <a:br>
              <a:rPr lang="en"/>
            </a:br>
            <a:r>
              <a:rPr lang="en"/>
              <a:t>	for i in range(2, n):</a:t>
            </a:r>
            <a:br>
              <a:rPr lang="en"/>
            </a:br>
            <a:r>
              <a:rPr lang="en"/>
              <a:t>		third = first + second</a:t>
            </a:r>
            <a:br>
              <a:rPr lang="en"/>
            </a:br>
            <a:r>
              <a:rPr lang="en"/>
              <a:t>		fibo.append(third)</a:t>
            </a:r>
            <a:br>
              <a:rPr lang="en"/>
            </a:br>
            <a:r>
              <a:rPr lang="en"/>
              <a:t>		first = second</a:t>
            </a:r>
            <a:br>
              <a:rPr lang="en"/>
            </a:br>
            <a:r>
              <a:rPr lang="en"/>
              <a:t>		second = third</a:t>
            </a:r>
            <a:br>
              <a:rPr lang="en"/>
            </a:br>
            <a:r>
              <a:rPr lang="en"/>
              <a:t>	return third</a:t>
            </a:r>
            <a:br>
              <a:rPr lang="en"/>
            </a:br>
            <a:r>
              <a:rPr lang="en"/>
              <a:t>d</a:t>
            </a:r>
            <a:r>
              <a:rPr lang="en"/>
              <a:t>ef getAllFibonacci(n):</a:t>
            </a:r>
            <a:br>
              <a:rPr lang="en"/>
            </a:br>
            <a:r>
              <a:rPr lang="en"/>
              <a:t>	getNthFibonacci(n)</a:t>
            </a:r>
            <a:br>
              <a:rPr lang="en"/>
            </a:br>
            <a:r>
              <a:rPr lang="en"/>
              <a:t>	return fibo[:n]</a:t>
            </a:r>
            <a:endParaRPr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2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Board Game</a:t>
            </a:r>
            <a:endParaRPr/>
          </a:p>
        </p:txBody>
      </p:sp>
      <p:sp>
        <p:nvSpPr>
          <p:cNvPr id="1226" name="Google Shape;1226;p207"/>
          <p:cNvSpPr txBox="1"/>
          <p:nvPr>
            <p:ph idx="1" type="body"/>
          </p:nvPr>
        </p:nvSpPr>
        <p:spPr>
          <a:xfrm>
            <a:off x="311700" y="1152475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Class Solution: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https://replit.com/@marymathews/InterestingSnappyDegree</a:t>
            </a:r>
            <a:br>
              <a:rPr lang="en"/>
            </a:br>
            <a:r>
              <a:rPr lang="en"/>
              <a:t>Alternate Solution: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https://replit.com/@marymathews/BoardGame1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Wikipedia</a:t>
            </a:r>
            <a:r>
              <a:rPr lang="en"/>
              <a:t> </a:t>
            </a:r>
            <a:endParaRPr/>
          </a:p>
        </p:txBody>
      </p:sp>
      <p:sp>
        <p:nvSpPr>
          <p:cNvPr id="1232" name="Google Shape;1232;p208"/>
          <p:cNvSpPr txBox="1"/>
          <p:nvPr>
            <p:ph idx="1" type="body"/>
          </p:nvPr>
        </p:nvSpPr>
        <p:spPr>
          <a:xfrm>
            <a:off x="311700" y="1100100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Class Solution: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https://replit.com/@marymathews/CarefreeDownrightDefinitions#main.py</a:t>
            </a:r>
            <a:br>
              <a:rPr lang="en"/>
            </a:br>
            <a:r>
              <a:rPr lang="en"/>
              <a:t>Alternate Solution: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https://replit.com/@marymathews/wiki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2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Hangman</a:t>
            </a:r>
            <a:r>
              <a:rPr lang="en"/>
              <a:t> </a:t>
            </a:r>
            <a:endParaRPr/>
          </a:p>
        </p:txBody>
      </p:sp>
      <p:sp>
        <p:nvSpPr>
          <p:cNvPr id="1238" name="Google Shape;1238;p209"/>
          <p:cNvSpPr txBox="1"/>
          <p:nvPr>
            <p:ph idx="1" type="body"/>
          </p:nvPr>
        </p:nvSpPr>
        <p:spPr>
          <a:xfrm>
            <a:off x="311700" y="1100100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Class Solution: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https://replit.com/@marymathews/SomePrimeHashfunction</a:t>
            </a:r>
            <a:br>
              <a:rPr lang="en"/>
            </a:br>
            <a:r>
              <a:rPr lang="en"/>
              <a:t>Alternate Solution: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https://replit.com/@marymathews/hangman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Movie Database</a:t>
            </a:r>
            <a:r>
              <a:rPr lang="en"/>
              <a:t> </a:t>
            </a:r>
            <a:endParaRPr/>
          </a:p>
        </p:txBody>
      </p:sp>
      <p:sp>
        <p:nvSpPr>
          <p:cNvPr id="1244" name="Google Shape;1244;p210"/>
          <p:cNvSpPr txBox="1"/>
          <p:nvPr>
            <p:ph idx="1" type="body"/>
          </p:nvPr>
        </p:nvSpPr>
        <p:spPr>
          <a:xfrm>
            <a:off x="311700" y="1100100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Solution: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https://replit.com/@marymathews/tmdb-practice</a:t>
            </a: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